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9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10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1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4" r:id="rId5"/>
    <p:sldId id="265" r:id="rId6"/>
    <p:sldId id="260" r:id="rId7"/>
    <p:sldId id="270" r:id="rId8"/>
    <p:sldId id="271" r:id="rId9"/>
    <p:sldId id="261" r:id="rId10"/>
    <p:sldId id="263" r:id="rId11"/>
    <p:sldId id="268" r:id="rId12"/>
    <p:sldId id="267" r:id="rId13"/>
    <p:sldId id="262" r:id="rId14"/>
    <p:sldId id="264" r:id="rId15"/>
    <p:sldId id="266" r:id="rId16"/>
    <p:sldId id="269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2"/>
    <p:restoredTop sz="94673"/>
  </p:normalViewPr>
  <p:slideViewPr>
    <p:cSldViewPr snapToGrid="0">
      <p:cViewPr varScale="1">
        <p:scale>
          <a:sx n="115" d="100"/>
          <a:sy n="115" d="100"/>
        </p:scale>
        <p:origin x="3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image" Target="../media/image120.png"/><Relationship Id="rId4" Type="http://schemas.openxmlformats.org/officeDocument/2006/relationships/image" Target="../media/image150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207A41-D18D-401C-B6B7-A54D9079254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58B2621-BB83-43A1-A923-ED0C5141FE7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dirty="0"/>
            <a:t>Black Carbon measurement uncertainty:</a:t>
          </a:r>
          <a:endParaRPr lang="en-US" dirty="0"/>
        </a:p>
      </dgm:t>
    </dgm:pt>
    <dgm:pt modelId="{5F6D8E01-292B-4FDD-B922-BED4D97CE945}" type="parTrans" cxnId="{E22F2707-2B3A-4F9F-B58C-1F5BE24B7C7F}">
      <dgm:prSet/>
      <dgm:spPr/>
      <dgm:t>
        <a:bodyPr/>
        <a:lstStyle/>
        <a:p>
          <a:endParaRPr lang="en-US"/>
        </a:p>
      </dgm:t>
    </dgm:pt>
    <dgm:pt modelId="{AFCE7ED3-33BE-48FE-A971-9EC17B52C5C9}" type="sibTrans" cxnId="{E22F2707-2B3A-4F9F-B58C-1F5BE24B7C7F}">
      <dgm:prSet/>
      <dgm:spPr/>
      <dgm:t>
        <a:bodyPr/>
        <a:lstStyle/>
        <a:p>
          <a:endParaRPr lang="en-US"/>
        </a:p>
      </dgm:t>
    </dgm:pt>
    <dgm:pt modelId="{5712198E-28B0-4369-9674-9C990E1F9E72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Different methods can give vastly different results</a:t>
          </a:r>
          <a:endParaRPr lang="en-US"/>
        </a:p>
      </dgm:t>
    </dgm:pt>
    <dgm:pt modelId="{DBA7A36D-B8B9-45D6-8B01-0B166105B5C0}" type="parTrans" cxnId="{66DB6925-42B3-41D3-AAE1-12DBE124333F}">
      <dgm:prSet/>
      <dgm:spPr/>
      <dgm:t>
        <a:bodyPr/>
        <a:lstStyle/>
        <a:p>
          <a:endParaRPr lang="en-US"/>
        </a:p>
      </dgm:t>
    </dgm:pt>
    <dgm:pt modelId="{43DA328E-B49A-4C46-9E67-4DC08A828595}" type="sibTrans" cxnId="{66DB6925-42B3-41D3-AAE1-12DBE124333F}">
      <dgm:prSet/>
      <dgm:spPr/>
      <dgm:t>
        <a:bodyPr/>
        <a:lstStyle/>
        <a:p>
          <a:endParaRPr lang="en-US"/>
        </a:p>
      </dgm:t>
    </dgm:pt>
    <dgm:pt modelId="{68F3C822-4582-4979-80FC-E50EB22C557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Lack of standardized MAC values:</a:t>
          </a:r>
          <a:endParaRPr lang="en-US"/>
        </a:p>
      </dgm:t>
    </dgm:pt>
    <dgm:pt modelId="{E3331195-768E-4A10-A397-FD3FAD9F91F2}" type="parTrans" cxnId="{3E6FD191-30AA-4BA3-979B-461D5D1552C2}">
      <dgm:prSet/>
      <dgm:spPr/>
      <dgm:t>
        <a:bodyPr/>
        <a:lstStyle/>
        <a:p>
          <a:endParaRPr lang="en-US"/>
        </a:p>
      </dgm:t>
    </dgm:pt>
    <dgm:pt modelId="{FF465376-67C4-4612-A042-07780A0FA64C}" type="sibTrans" cxnId="{3E6FD191-30AA-4BA3-979B-461D5D1552C2}">
      <dgm:prSet/>
      <dgm:spPr/>
      <dgm:t>
        <a:bodyPr/>
        <a:lstStyle/>
        <a:p>
          <a:endParaRPr lang="en-US"/>
        </a:p>
      </dgm:t>
    </dgm:pt>
    <dgm:pt modelId="{C9A25BC6-71E1-4157-BCB6-5EFDBF6ADB55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10 m²/g is widely used but may not be universally appropriate</a:t>
          </a:r>
          <a:endParaRPr lang="en-US"/>
        </a:p>
      </dgm:t>
    </dgm:pt>
    <dgm:pt modelId="{B2B32F48-D49D-4FD3-B7FD-5D9C2658B609}" type="parTrans" cxnId="{ABB3F601-CECD-46EA-A690-372C45C0B7A4}">
      <dgm:prSet/>
      <dgm:spPr/>
      <dgm:t>
        <a:bodyPr/>
        <a:lstStyle/>
        <a:p>
          <a:endParaRPr lang="en-US"/>
        </a:p>
      </dgm:t>
    </dgm:pt>
    <dgm:pt modelId="{03CC28EF-4EB9-4AB3-AE36-5DAD47400AD4}" type="sibTrans" cxnId="{ABB3F601-CECD-46EA-A690-372C45C0B7A4}">
      <dgm:prSet/>
      <dgm:spPr/>
      <dgm:t>
        <a:bodyPr/>
        <a:lstStyle/>
        <a:p>
          <a:endParaRPr lang="en-US"/>
        </a:p>
      </dgm:t>
    </dgm:pt>
    <dgm:pt modelId="{858A341F-DB92-479D-89F4-DE4CBE7BE5DF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Ethiopian context:</a:t>
          </a:r>
          <a:endParaRPr lang="en-US"/>
        </a:p>
      </dgm:t>
    </dgm:pt>
    <dgm:pt modelId="{0D4385D7-2DA1-4574-8411-1C6B3DBA2837}" type="parTrans" cxnId="{E7EFF45F-A4C9-49B6-B98E-CE15A3BCCF62}">
      <dgm:prSet/>
      <dgm:spPr/>
      <dgm:t>
        <a:bodyPr/>
        <a:lstStyle/>
        <a:p>
          <a:endParaRPr lang="en-US"/>
        </a:p>
      </dgm:t>
    </dgm:pt>
    <dgm:pt modelId="{03A43431-57B9-4E11-8273-40AF3696CDCC}" type="sibTrans" cxnId="{E7EFF45F-A4C9-49B6-B98E-CE15A3BCCF62}">
      <dgm:prSet/>
      <dgm:spPr/>
      <dgm:t>
        <a:bodyPr/>
        <a:lstStyle/>
        <a:p>
          <a:endParaRPr lang="en-US"/>
        </a:p>
      </dgm:t>
    </dgm:pt>
    <dgm:pt modelId="{5F7C1161-622B-405F-B704-CBCBA92383FF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Unique aerosol composition (dust, biomass burning) challenges standard approaches</a:t>
          </a:r>
          <a:endParaRPr lang="en-US"/>
        </a:p>
      </dgm:t>
    </dgm:pt>
    <dgm:pt modelId="{A34C50DD-38C7-4384-9114-0B85329A42FB}" type="parTrans" cxnId="{EF89D994-6679-4500-8D25-67719FE6C0CD}">
      <dgm:prSet/>
      <dgm:spPr/>
      <dgm:t>
        <a:bodyPr/>
        <a:lstStyle/>
        <a:p>
          <a:endParaRPr lang="en-US"/>
        </a:p>
      </dgm:t>
    </dgm:pt>
    <dgm:pt modelId="{823B66A8-F054-4E75-911C-7BEE8EA9F008}" type="sibTrans" cxnId="{EF89D994-6679-4500-8D25-67719FE6C0CD}">
      <dgm:prSet/>
      <dgm:spPr/>
      <dgm:t>
        <a:bodyPr/>
        <a:lstStyle/>
        <a:p>
          <a:endParaRPr lang="en-US"/>
        </a:p>
      </dgm:t>
    </dgm:pt>
    <dgm:pt modelId="{54B9FF52-D408-4978-A898-FA63D786BAC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Climate relevance:</a:t>
          </a:r>
          <a:endParaRPr lang="en-US"/>
        </a:p>
      </dgm:t>
    </dgm:pt>
    <dgm:pt modelId="{58820AAF-49AD-4292-AF8E-210808429162}" type="parTrans" cxnId="{332388D4-35B3-4D96-A406-7837B149D5EE}">
      <dgm:prSet/>
      <dgm:spPr/>
      <dgm:t>
        <a:bodyPr/>
        <a:lstStyle/>
        <a:p>
          <a:endParaRPr lang="en-US"/>
        </a:p>
      </dgm:t>
    </dgm:pt>
    <dgm:pt modelId="{99B64CA8-5655-4E4F-A13E-1CD35E9D6E10}" type="sibTrans" cxnId="{332388D4-35B3-4D96-A406-7837B149D5EE}">
      <dgm:prSet/>
      <dgm:spPr/>
      <dgm:t>
        <a:bodyPr/>
        <a:lstStyle/>
        <a:p>
          <a:endParaRPr lang="en-US"/>
        </a:p>
      </dgm:t>
    </dgm:pt>
    <dgm:pt modelId="{E9BF8A65-E2FD-4E8C-8E62-8A744F1EA52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BC is the second strongest climate forcer after CO₂</a:t>
          </a:r>
          <a:endParaRPr lang="en-US"/>
        </a:p>
      </dgm:t>
    </dgm:pt>
    <dgm:pt modelId="{3CF3EAFE-6F1D-41A3-80FD-88A1BB0FF35C}" type="parTrans" cxnId="{D1DB8282-A955-4750-8D20-8C752737EAAF}">
      <dgm:prSet/>
      <dgm:spPr/>
      <dgm:t>
        <a:bodyPr/>
        <a:lstStyle/>
        <a:p>
          <a:endParaRPr lang="en-US"/>
        </a:p>
      </dgm:t>
    </dgm:pt>
    <dgm:pt modelId="{F55EB176-92E8-450C-A5D5-4B7B960C2BD0}" type="sibTrans" cxnId="{D1DB8282-A955-4750-8D20-8C752737EAAF}">
      <dgm:prSet/>
      <dgm:spPr/>
      <dgm:t>
        <a:bodyPr/>
        <a:lstStyle/>
        <a:p>
          <a:endParaRPr lang="en-US"/>
        </a:p>
      </dgm:t>
    </dgm:pt>
    <dgm:pt modelId="{AF0232F9-22B7-4BAD-8249-BAE743FF88B3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Core Problem:</a:t>
          </a:r>
          <a:endParaRPr lang="en-US"/>
        </a:p>
      </dgm:t>
    </dgm:pt>
    <dgm:pt modelId="{5B2D90C3-0A0C-42EE-9722-ABBB6059F1E7}" type="parTrans" cxnId="{9B515176-691A-4449-8D07-7146FAB9FE72}">
      <dgm:prSet/>
      <dgm:spPr/>
      <dgm:t>
        <a:bodyPr/>
        <a:lstStyle/>
        <a:p>
          <a:endParaRPr lang="en-US"/>
        </a:p>
      </dgm:t>
    </dgm:pt>
    <dgm:pt modelId="{56CD099B-4C18-4B09-8673-596C40622B20}" type="sibTrans" cxnId="{9B515176-691A-4449-8D07-7146FAB9FE72}">
      <dgm:prSet/>
      <dgm:spPr/>
      <dgm:t>
        <a:bodyPr/>
        <a:lstStyle/>
        <a:p>
          <a:endParaRPr lang="en-US"/>
        </a:p>
      </dgm:t>
    </dgm:pt>
    <dgm:pt modelId="{F70187E8-09AB-4602-B042-F6AB720C5E02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How do we reconcile different BC measurement techniques and derive reliable, site-specific calibrations?</a:t>
          </a:r>
          <a:endParaRPr lang="en-US"/>
        </a:p>
      </dgm:t>
    </dgm:pt>
    <dgm:pt modelId="{EC7BD624-1247-4CE4-B445-13F01B3016BA}" type="parTrans" cxnId="{9E3383AB-1E48-4D7E-A354-33A7BE773F27}">
      <dgm:prSet/>
      <dgm:spPr/>
      <dgm:t>
        <a:bodyPr/>
        <a:lstStyle/>
        <a:p>
          <a:endParaRPr lang="en-US"/>
        </a:p>
      </dgm:t>
    </dgm:pt>
    <dgm:pt modelId="{B6AA19B0-EC5A-4B2D-8589-B1FF56CE5E46}" type="sibTrans" cxnId="{9E3383AB-1E48-4D7E-A354-33A7BE773F27}">
      <dgm:prSet/>
      <dgm:spPr/>
      <dgm:t>
        <a:bodyPr/>
        <a:lstStyle/>
        <a:p>
          <a:endParaRPr lang="en-US"/>
        </a:p>
      </dgm:t>
    </dgm:pt>
    <dgm:pt modelId="{6FF9809B-C253-44F3-893F-497F25906E49}" type="pres">
      <dgm:prSet presAssocID="{DB207A41-D18D-401C-B6B7-A54D90792548}" presName="root" presStyleCnt="0">
        <dgm:presLayoutVars>
          <dgm:dir/>
          <dgm:resizeHandles val="exact"/>
        </dgm:presLayoutVars>
      </dgm:prSet>
      <dgm:spPr/>
    </dgm:pt>
    <dgm:pt modelId="{F66B7C55-1290-4D60-9DCC-737FA4D2A411}" type="pres">
      <dgm:prSet presAssocID="{158B2621-BB83-43A1-A923-ED0C5141FE73}" presName="compNode" presStyleCnt="0"/>
      <dgm:spPr/>
    </dgm:pt>
    <dgm:pt modelId="{3E88CC5E-275C-490C-8CB6-37AE257A364E}" type="pres">
      <dgm:prSet presAssocID="{158B2621-BB83-43A1-A923-ED0C5141FE73}" presName="bgRect" presStyleLbl="bgShp" presStyleIdx="0" presStyleCnt="5"/>
      <dgm:spPr/>
    </dgm:pt>
    <dgm:pt modelId="{1DB2AB88-33F5-4F35-8667-67A22929AF79}" type="pres">
      <dgm:prSet presAssocID="{158B2621-BB83-43A1-A923-ED0C5141FE7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60DC03B-4B76-4343-93E0-542F01D866D2}" type="pres">
      <dgm:prSet presAssocID="{158B2621-BB83-43A1-A923-ED0C5141FE73}" presName="spaceRect" presStyleCnt="0"/>
      <dgm:spPr/>
    </dgm:pt>
    <dgm:pt modelId="{8691A7E9-3644-4E7E-9712-33EC96FEA9B2}" type="pres">
      <dgm:prSet presAssocID="{158B2621-BB83-43A1-A923-ED0C5141FE73}" presName="parTx" presStyleLbl="revTx" presStyleIdx="0" presStyleCnt="10">
        <dgm:presLayoutVars>
          <dgm:chMax val="0"/>
          <dgm:chPref val="0"/>
        </dgm:presLayoutVars>
      </dgm:prSet>
      <dgm:spPr/>
    </dgm:pt>
    <dgm:pt modelId="{034A8EE5-BE07-4A74-8ABB-8CA0D882E743}" type="pres">
      <dgm:prSet presAssocID="{158B2621-BB83-43A1-A923-ED0C5141FE73}" presName="desTx" presStyleLbl="revTx" presStyleIdx="1" presStyleCnt="10">
        <dgm:presLayoutVars/>
      </dgm:prSet>
      <dgm:spPr/>
    </dgm:pt>
    <dgm:pt modelId="{E9A62521-3EB8-476A-A64B-DF7AA6473FAE}" type="pres">
      <dgm:prSet presAssocID="{AFCE7ED3-33BE-48FE-A971-9EC17B52C5C9}" presName="sibTrans" presStyleCnt="0"/>
      <dgm:spPr/>
    </dgm:pt>
    <dgm:pt modelId="{8B75FA87-112C-4809-8C20-069ADEF8AD94}" type="pres">
      <dgm:prSet presAssocID="{68F3C822-4582-4979-80FC-E50EB22C5577}" presName="compNode" presStyleCnt="0"/>
      <dgm:spPr/>
    </dgm:pt>
    <dgm:pt modelId="{DDDF391A-C7A3-49C0-8330-B9FC32189925}" type="pres">
      <dgm:prSet presAssocID="{68F3C822-4582-4979-80FC-E50EB22C5577}" presName="bgRect" presStyleLbl="bgShp" presStyleIdx="1" presStyleCnt="5"/>
      <dgm:spPr/>
    </dgm:pt>
    <dgm:pt modelId="{C3F3FCE2-80B7-4FED-9E5D-191A684C6DEF}" type="pres">
      <dgm:prSet presAssocID="{68F3C822-4582-4979-80FC-E50EB22C557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00364C28-FB6F-4CDA-873C-84F22B26561B}" type="pres">
      <dgm:prSet presAssocID="{68F3C822-4582-4979-80FC-E50EB22C5577}" presName="spaceRect" presStyleCnt="0"/>
      <dgm:spPr/>
    </dgm:pt>
    <dgm:pt modelId="{84935807-F830-4B02-AFBA-A9D90686004A}" type="pres">
      <dgm:prSet presAssocID="{68F3C822-4582-4979-80FC-E50EB22C5577}" presName="parTx" presStyleLbl="revTx" presStyleIdx="2" presStyleCnt="10">
        <dgm:presLayoutVars>
          <dgm:chMax val="0"/>
          <dgm:chPref val="0"/>
        </dgm:presLayoutVars>
      </dgm:prSet>
      <dgm:spPr/>
    </dgm:pt>
    <dgm:pt modelId="{68443765-F6B9-4511-8DA6-5E3DC789C5D1}" type="pres">
      <dgm:prSet presAssocID="{68F3C822-4582-4979-80FC-E50EB22C5577}" presName="desTx" presStyleLbl="revTx" presStyleIdx="3" presStyleCnt="10">
        <dgm:presLayoutVars/>
      </dgm:prSet>
      <dgm:spPr/>
    </dgm:pt>
    <dgm:pt modelId="{579D7F45-50A2-422B-BD74-ACB3C2F1C02D}" type="pres">
      <dgm:prSet presAssocID="{FF465376-67C4-4612-A042-07780A0FA64C}" presName="sibTrans" presStyleCnt="0"/>
      <dgm:spPr/>
    </dgm:pt>
    <dgm:pt modelId="{2EA7236B-EEA3-414D-A6CD-FB67DA41A911}" type="pres">
      <dgm:prSet presAssocID="{858A341F-DB92-479D-89F4-DE4CBE7BE5DF}" presName="compNode" presStyleCnt="0"/>
      <dgm:spPr/>
    </dgm:pt>
    <dgm:pt modelId="{59073BD6-08C6-4CE1-AB36-E0FB142A4855}" type="pres">
      <dgm:prSet presAssocID="{858A341F-DB92-479D-89F4-DE4CBE7BE5DF}" presName="bgRect" presStyleLbl="bgShp" presStyleIdx="2" presStyleCnt="5"/>
      <dgm:spPr/>
    </dgm:pt>
    <dgm:pt modelId="{C31AE9E2-B68C-4EDE-9A1B-60BC8E5C0E48}" type="pres">
      <dgm:prSet presAssocID="{858A341F-DB92-479D-89F4-DE4CBE7BE5D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ert scene"/>
        </a:ext>
      </dgm:extLst>
    </dgm:pt>
    <dgm:pt modelId="{6CDB54F4-95C0-4C5F-950E-ADC0224D2B59}" type="pres">
      <dgm:prSet presAssocID="{858A341F-DB92-479D-89F4-DE4CBE7BE5DF}" presName="spaceRect" presStyleCnt="0"/>
      <dgm:spPr/>
    </dgm:pt>
    <dgm:pt modelId="{403FDB96-FEDA-491F-903F-B96B9B176E30}" type="pres">
      <dgm:prSet presAssocID="{858A341F-DB92-479D-89F4-DE4CBE7BE5DF}" presName="parTx" presStyleLbl="revTx" presStyleIdx="4" presStyleCnt="10">
        <dgm:presLayoutVars>
          <dgm:chMax val="0"/>
          <dgm:chPref val="0"/>
        </dgm:presLayoutVars>
      </dgm:prSet>
      <dgm:spPr/>
    </dgm:pt>
    <dgm:pt modelId="{1BFB3E88-F30E-40CB-9F47-081F8BCC9686}" type="pres">
      <dgm:prSet presAssocID="{858A341F-DB92-479D-89F4-DE4CBE7BE5DF}" presName="desTx" presStyleLbl="revTx" presStyleIdx="5" presStyleCnt="10">
        <dgm:presLayoutVars/>
      </dgm:prSet>
      <dgm:spPr/>
    </dgm:pt>
    <dgm:pt modelId="{D878ACB5-EF75-4DDB-A3E5-AB7C33271856}" type="pres">
      <dgm:prSet presAssocID="{03A43431-57B9-4E11-8273-40AF3696CDCC}" presName="sibTrans" presStyleCnt="0"/>
      <dgm:spPr/>
    </dgm:pt>
    <dgm:pt modelId="{D22C0758-8CA9-49C0-8C80-5BF801032118}" type="pres">
      <dgm:prSet presAssocID="{54B9FF52-D408-4978-A898-FA63D786BAC3}" presName="compNode" presStyleCnt="0"/>
      <dgm:spPr/>
    </dgm:pt>
    <dgm:pt modelId="{EF0A84A2-9D9B-465C-BBD5-AF433EB2229E}" type="pres">
      <dgm:prSet presAssocID="{54B9FF52-D408-4978-A898-FA63D786BAC3}" presName="bgRect" presStyleLbl="bgShp" presStyleIdx="3" presStyleCnt="5"/>
      <dgm:spPr/>
    </dgm:pt>
    <dgm:pt modelId="{5BE98593-00BC-4E42-A23C-3540C522F7E7}" type="pres">
      <dgm:prSet presAssocID="{54B9FF52-D408-4978-A898-FA63D786BAC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D5A23407-870B-406E-A2B1-CBACFB360323}" type="pres">
      <dgm:prSet presAssocID="{54B9FF52-D408-4978-A898-FA63D786BAC3}" presName="spaceRect" presStyleCnt="0"/>
      <dgm:spPr/>
    </dgm:pt>
    <dgm:pt modelId="{F4B8C14E-5522-451B-B459-9A7BF6AA6C8B}" type="pres">
      <dgm:prSet presAssocID="{54B9FF52-D408-4978-A898-FA63D786BAC3}" presName="parTx" presStyleLbl="revTx" presStyleIdx="6" presStyleCnt="10">
        <dgm:presLayoutVars>
          <dgm:chMax val="0"/>
          <dgm:chPref val="0"/>
        </dgm:presLayoutVars>
      </dgm:prSet>
      <dgm:spPr/>
    </dgm:pt>
    <dgm:pt modelId="{551DA1FA-CEAC-4547-A706-03DF85D1C0DA}" type="pres">
      <dgm:prSet presAssocID="{54B9FF52-D408-4978-A898-FA63D786BAC3}" presName="desTx" presStyleLbl="revTx" presStyleIdx="7" presStyleCnt="10">
        <dgm:presLayoutVars/>
      </dgm:prSet>
      <dgm:spPr/>
    </dgm:pt>
    <dgm:pt modelId="{08B55F6C-C595-45D6-92E9-0A7AD0349864}" type="pres">
      <dgm:prSet presAssocID="{99B64CA8-5655-4E4F-A13E-1CD35E9D6E10}" presName="sibTrans" presStyleCnt="0"/>
      <dgm:spPr/>
    </dgm:pt>
    <dgm:pt modelId="{A0469A28-620C-4EED-8ABB-8D5FD7CA5F36}" type="pres">
      <dgm:prSet presAssocID="{AF0232F9-22B7-4BAD-8249-BAE743FF88B3}" presName="compNode" presStyleCnt="0"/>
      <dgm:spPr/>
    </dgm:pt>
    <dgm:pt modelId="{0AE3A648-6CD1-45F9-949E-54DD60028F38}" type="pres">
      <dgm:prSet presAssocID="{AF0232F9-22B7-4BAD-8249-BAE743FF88B3}" presName="bgRect" presStyleLbl="bgShp" presStyleIdx="4" presStyleCnt="5"/>
      <dgm:spPr/>
    </dgm:pt>
    <dgm:pt modelId="{FE6B7FFF-5909-4CB9-8129-F59952971EA5}" type="pres">
      <dgm:prSet presAssocID="{AF0232F9-22B7-4BAD-8249-BAE743FF88B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"/>
        </a:ext>
      </dgm:extLst>
    </dgm:pt>
    <dgm:pt modelId="{0EE59D4B-E0E6-4783-B1AC-0545653FC5E0}" type="pres">
      <dgm:prSet presAssocID="{AF0232F9-22B7-4BAD-8249-BAE743FF88B3}" presName="spaceRect" presStyleCnt="0"/>
      <dgm:spPr/>
    </dgm:pt>
    <dgm:pt modelId="{FC1247ED-8F5A-4A6C-89B2-5D39E82D76B5}" type="pres">
      <dgm:prSet presAssocID="{AF0232F9-22B7-4BAD-8249-BAE743FF88B3}" presName="parTx" presStyleLbl="revTx" presStyleIdx="8" presStyleCnt="10">
        <dgm:presLayoutVars>
          <dgm:chMax val="0"/>
          <dgm:chPref val="0"/>
        </dgm:presLayoutVars>
      </dgm:prSet>
      <dgm:spPr/>
    </dgm:pt>
    <dgm:pt modelId="{C5575175-4FDF-413C-9C55-9116F3E9B2AF}" type="pres">
      <dgm:prSet presAssocID="{AF0232F9-22B7-4BAD-8249-BAE743FF88B3}" presName="desTx" presStyleLbl="revTx" presStyleIdx="9" presStyleCnt="10">
        <dgm:presLayoutVars/>
      </dgm:prSet>
      <dgm:spPr/>
    </dgm:pt>
  </dgm:ptLst>
  <dgm:cxnLst>
    <dgm:cxn modelId="{ABB3F601-CECD-46EA-A690-372C45C0B7A4}" srcId="{68F3C822-4582-4979-80FC-E50EB22C5577}" destId="{C9A25BC6-71E1-4157-BCB6-5EFDBF6ADB55}" srcOrd="0" destOrd="0" parTransId="{B2B32F48-D49D-4FD3-B7FD-5D9C2658B609}" sibTransId="{03CC28EF-4EB9-4AB3-AE36-5DAD47400AD4}"/>
    <dgm:cxn modelId="{36137C03-D7DA-B448-B36E-804614D40FF8}" type="presOf" srcId="{68F3C822-4582-4979-80FC-E50EB22C5577}" destId="{84935807-F830-4B02-AFBA-A9D90686004A}" srcOrd="0" destOrd="0" presId="urn:microsoft.com/office/officeart/2018/2/layout/IconVerticalSolidList"/>
    <dgm:cxn modelId="{E22F2707-2B3A-4F9F-B58C-1F5BE24B7C7F}" srcId="{DB207A41-D18D-401C-B6B7-A54D90792548}" destId="{158B2621-BB83-43A1-A923-ED0C5141FE73}" srcOrd="0" destOrd="0" parTransId="{5F6D8E01-292B-4FDD-B922-BED4D97CE945}" sibTransId="{AFCE7ED3-33BE-48FE-A971-9EC17B52C5C9}"/>
    <dgm:cxn modelId="{54FDA01C-D383-8F4E-A944-323C84824CC4}" type="presOf" srcId="{5F7C1161-622B-405F-B704-CBCBA92383FF}" destId="{1BFB3E88-F30E-40CB-9F47-081F8BCC9686}" srcOrd="0" destOrd="0" presId="urn:microsoft.com/office/officeart/2018/2/layout/IconVerticalSolidList"/>
    <dgm:cxn modelId="{66DB6925-42B3-41D3-AAE1-12DBE124333F}" srcId="{158B2621-BB83-43A1-A923-ED0C5141FE73}" destId="{5712198E-28B0-4369-9674-9C990E1F9E72}" srcOrd="0" destOrd="0" parTransId="{DBA7A36D-B8B9-45D6-8B01-0B166105B5C0}" sibTransId="{43DA328E-B49A-4C46-9E67-4DC08A828595}"/>
    <dgm:cxn modelId="{85D45F31-4E97-5946-BCBC-63AA23D06CA6}" type="presOf" srcId="{AF0232F9-22B7-4BAD-8249-BAE743FF88B3}" destId="{FC1247ED-8F5A-4A6C-89B2-5D39E82D76B5}" srcOrd="0" destOrd="0" presId="urn:microsoft.com/office/officeart/2018/2/layout/IconVerticalSolidList"/>
    <dgm:cxn modelId="{4CEAC039-40AA-084E-841A-6DB33F82E26D}" type="presOf" srcId="{54B9FF52-D408-4978-A898-FA63D786BAC3}" destId="{F4B8C14E-5522-451B-B459-9A7BF6AA6C8B}" srcOrd="0" destOrd="0" presId="urn:microsoft.com/office/officeart/2018/2/layout/IconVerticalSolidList"/>
    <dgm:cxn modelId="{113F083F-1530-FC4D-94EC-1E5F2C845945}" type="presOf" srcId="{F70187E8-09AB-4602-B042-F6AB720C5E02}" destId="{C5575175-4FDF-413C-9C55-9116F3E9B2AF}" srcOrd="0" destOrd="0" presId="urn:microsoft.com/office/officeart/2018/2/layout/IconVerticalSolidList"/>
    <dgm:cxn modelId="{194C2E44-832D-0348-848F-51B15738D000}" type="presOf" srcId="{C9A25BC6-71E1-4157-BCB6-5EFDBF6ADB55}" destId="{68443765-F6B9-4511-8DA6-5E3DC789C5D1}" srcOrd="0" destOrd="0" presId="urn:microsoft.com/office/officeart/2018/2/layout/IconVerticalSolidList"/>
    <dgm:cxn modelId="{E7EFF45F-A4C9-49B6-B98E-CE15A3BCCF62}" srcId="{DB207A41-D18D-401C-B6B7-A54D90792548}" destId="{858A341F-DB92-479D-89F4-DE4CBE7BE5DF}" srcOrd="2" destOrd="0" parTransId="{0D4385D7-2DA1-4574-8411-1C6B3DBA2837}" sibTransId="{03A43431-57B9-4E11-8273-40AF3696CDCC}"/>
    <dgm:cxn modelId="{9B515176-691A-4449-8D07-7146FAB9FE72}" srcId="{DB207A41-D18D-401C-B6B7-A54D90792548}" destId="{AF0232F9-22B7-4BAD-8249-BAE743FF88B3}" srcOrd="4" destOrd="0" parTransId="{5B2D90C3-0A0C-42EE-9722-ABBB6059F1E7}" sibTransId="{56CD099B-4C18-4B09-8673-596C40622B20}"/>
    <dgm:cxn modelId="{D1DB8282-A955-4750-8D20-8C752737EAAF}" srcId="{54B9FF52-D408-4978-A898-FA63D786BAC3}" destId="{E9BF8A65-E2FD-4E8C-8E62-8A744F1EA523}" srcOrd="0" destOrd="0" parTransId="{3CF3EAFE-6F1D-41A3-80FD-88A1BB0FF35C}" sibTransId="{F55EB176-92E8-450C-A5D5-4B7B960C2BD0}"/>
    <dgm:cxn modelId="{3617C990-593D-304B-A69E-EE91436CA86D}" type="presOf" srcId="{158B2621-BB83-43A1-A923-ED0C5141FE73}" destId="{8691A7E9-3644-4E7E-9712-33EC96FEA9B2}" srcOrd="0" destOrd="0" presId="urn:microsoft.com/office/officeart/2018/2/layout/IconVerticalSolidList"/>
    <dgm:cxn modelId="{3E6FD191-30AA-4BA3-979B-461D5D1552C2}" srcId="{DB207A41-D18D-401C-B6B7-A54D90792548}" destId="{68F3C822-4582-4979-80FC-E50EB22C5577}" srcOrd="1" destOrd="0" parTransId="{E3331195-768E-4A10-A397-FD3FAD9F91F2}" sibTransId="{FF465376-67C4-4612-A042-07780A0FA64C}"/>
    <dgm:cxn modelId="{EF89D994-6679-4500-8D25-67719FE6C0CD}" srcId="{858A341F-DB92-479D-89F4-DE4CBE7BE5DF}" destId="{5F7C1161-622B-405F-B704-CBCBA92383FF}" srcOrd="0" destOrd="0" parTransId="{A34C50DD-38C7-4384-9114-0B85329A42FB}" sibTransId="{823B66A8-F054-4E75-911C-7BEE8EA9F008}"/>
    <dgm:cxn modelId="{9E3383AB-1E48-4D7E-A354-33A7BE773F27}" srcId="{AF0232F9-22B7-4BAD-8249-BAE743FF88B3}" destId="{F70187E8-09AB-4602-B042-F6AB720C5E02}" srcOrd="0" destOrd="0" parTransId="{EC7BD624-1247-4CE4-B445-13F01B3016BA}" sibTransId="{B6AA19B0-EC5A-4B2D-8589-B1FF56CE5E46}"/>
    <dgm:cxn modelId="{332388D4-35B3-4D96-A406-7837B149D5EE}" srcId="{DB207A41-D18D-401C-B6B7-A54D90792548}" destId="{54B9FF52-D408-4978-A898-FA63D786BAC3}" srcOrd="3" destOrd="0" parTransId="{58820AAF-49AD-4292-AF8E-210808429162}" sibTransId="{99B64CA8-5655-4E4F-A13E-1CD35E9D6E10}"/>
    <dgm:cxn modelId="{EEB134DB-21A3-FF45-BB66-F4175ABAB5F3}" type="presOf" srcId="{DB207A41-D18D-401C-B6B7-A54D90792548}" destId="{6FF9809B-C253-44F3-893F-497F25906E49}" srcOrd="0" destOrd="0" presId="urn:microsoft.com/office/officeart/2018/2/layout/IconVerticalSolidList"/>
    <dgm:cxn modelId="{481641DE-D369-0145-A10F-FBD9D58F6EC8}" type="presOf" srcId="{5712198E-28B0-4369-9674-9C990E1F9E72}" destId="{034A8EE5-BE07-4A74-8ABB-8CA0D882E743}" srcOrd="0" destOrd="0" presId="urn:microsoft.com/office/officeart/2018/2/layout/IconVerticalSolidList"/>
    <dgm:cxn modelId="{00E4CEEB-BC96-EB48-87A0-03CF213719E5}" type="presOf" srcId="{858A341F-DB92-479D-89F4-DE4CBE7BE5DF}" destId="{403FDB96-FEDA-491F-903F-B96B9B176E30}" srcOrd="0" destOrd="0" presId="urn:microsoft.com/office/officeart/2018/2/layout/IconVerticalSolidList"/>
    <dgm:cxn modelId="{00F56DEF-11D4-2641-9DF2-3E1B7976F63D}" type="presOf" srcId="{E9BF8A65-E2FD-4E8C-8E62-8A744F1EA523}" destId="{551DA1FA-CEAC-4547-A706-03DF85D1C0DA}" srcOrd="0" destOrd="0" presId="urn:microsoft.com/office/officeart/2018/2/layout/IconVerticalSolidList"/>
    <dgm:cxn modelId="{1CEF42A7-D770-6341-90C9-50639F88E0F8}" type="presParOf" srcId="{6FF9809B-C253-44F3-893F-497F25906E49}" destId="{F66B7C55-1290-4D60-9DCC-737FA4D2A411}" srcOrd="0" destOrd="0" presId="urn:microsoft.com/office/officeart/2018/2/layout/IconVerticalSolidList"/>
    <dgm:cxn modelId="{A541F376-F65B-1D4D-ACCE-A83BB27B4585}" type="presParOf" srcId="{F66B7C55-1290-4D60-9DCC-737FA4D2A411}" destId="{3E88CC5E-275C-490C-8CB6-37AE257A364E}" srcOrd="0" destOrd="0" presId="urn:microsoft.com/office/officeart/2018/2/layout/IconVerticalSolidList"/>
    <dgm:cxn modelId="{C10C7A00-22BD-9E41-8B5A-50D36E6E66A8}" type="presParOf" srcId="{F66B7C55-1290-4D60-9DCC-737FA4D2A411}" destId="{1DB2AB88-33F5-4F35-8667-67A22929AF79}" srcOrd="1" destOrd="0" presId="urn:microsoft.com/office/officeart/2018/2/layout/IconVerticalSolidList"/>
    <dgm:cxn modelId="{FF53A038-B669-B649-95E3-A6273349A0E1}" type="presParOf" srcId="{F66B7C55-1290-4D60-9DCC-737FA4D2A411}" destId="{760DC03B-4B76-4343-93E0-542F01D866D2}" srcOrd="2" destOrd="0" presId="urn:microsoft.com/office/officeart/2018/2/layout/IconVerticalSolidList"/>
    <dgm:cxn modelId="{3301D952-14AB-A54A-B436-8C9D5B02E137}" type="presParOf" srcId="{F66B7C55-1290-4D60-9DCC-737FA4D2A411}" destId="{8691A7E9-3644-4E7E-9712-33EC96FEA9B2}" srcOrd="3" destOrd="0" presId="urn:microsoft.com/office/officeart/2018/2/layout/IconVerticalSolidList"/>
    <dgm:cxn modelId="{70F0630F-6DD1-6D42-9C21-C5D01D5F2C09}" type="presParOf" srcId="{F66B7C55-1290-4D60-9DCC-737FA4D2A411}" destId="{034A8EE5-BE07-4A74-8ABB-8CA0D882E743}" srcOrd="4" destOrd="0" presId="urn:microsoft.com/office/officeart/2018/2/layout/IconVerticalSolidList"/>
    <dgm:cxn modelId="{F7B666F6-22F0-F941-A73F-881B54BC6CC0}" type="presParOf" srcId="{6FF9809B-C253-44F3-893F-497F25906E49}" destId="{E9A62521-3EB8-476A-A64B-DF7AA6473FAE}" srcOrd="1" destOrd="0" presId="urn:microsoft.com/office/officeart/2018/2/layout/IconVerticalSolidList"/>
    <dgm:cxn modelId="{FA23C0BB-0973-DF43-8819-557B64E5EF08}" type="presParOf" srcId="{6FF9809B-C253-44F3-893F-497F25906E49}" destId="{8B75FA87-112C-4809-8C20-069ADEF8AD94}" srcOrd="2" destOrd="0" presId="urn:microsoft.com/office/officeart/2018/2/layout/IconVerticalSolidList"/>
    <dgm:cxn modelId="{3997AA40-4A68-654E-9918-D13AF052B8DE}" type="presParOf" srcId="{8B75FA87-112C-4809-8C20-069ADEF8AD94}" destId="{DDDF391A-C7A3-49C0-8330-B9FC32189925}" srcOrd="0" destOrd="0" presId="urn:microsoft.com/office/officeart/2018/2/layout/IconVerticalSolidList"/>
    <dgm:cxn modelId="{C2596FCA-67B5-144B-8C9A-A685BA928AF5}" type="presParOf" srcId="{8B75FA87-112C-4809-8C20-069ADEF8AD94}" destId="{C3F3FCE2-80B7-4FED-9E5D-191A684C6DEF}" srcOrd="1" destOrd="0" presId="urn:microsoft.com/office/officeart/2018/2/layout/IconVerticalSolidList"/>
    <dgm:cxn modelId="{15079CC7-9323-0C42-8B76-D2D6FE71A144}" type="presParOf" srcId="{8B75FA87-112C-4809-8C20-069ADEF8AD94}" destId="{00364C28-FB6F-4CDA-873C-84F22B26561B}" srcOrd="2" destOrd="0" presId="urn:microsoft.com/office/officeart/2018/2/layout/IconVerticalSolidList"/>
    <dgm:cxn modelId="{D67FC263-2AE9-974A-B59F-001D2430F35F}" type="presParOf" srcId="{8B75FA87-112C-4809-8C20-069ADEF8AD94}" destId="{84935807-F830-4B02-AFBA-A9D90686004A}" srcOrd="3" destOrd="0" presId="urn:microsoft.com/office/officeart/2018/2/layout/IconVerticalSolidList"/>
    <dgm:cxn modelId="{2EC1631B-4638-1540-A972-F4F3406294CF}" type="presParOf" srcId="{8B75FA87-112C-4809-8C20-069ADEF8AD94}" destId="{68443765-F6B9-4511-8DA6-5E3DC789C5D1}" srcOrd="4" destOrd="0" presId="urn:microsoft.com/office/officeart/2018/2/layout/IconVerticalSolidList"/>
    <dgm:cxn modelId="{F3068C12-44F6-A443-8B08-2DD26326CA18}" type="presParOf" srcId="{6FF9809B-C253-44F3-893F-497F25906E49}" destId="{579D7F45-50A2-422B-BD74-ACB3C2F1C02D}" srcOrd="3" destOrd="0" presId="urn:microsoft.com/office/officeart/2018/2/layout/IconVerticalSolidList"/>
    <dgm:cxn modelId="{6A61FB2F-4747-A648-957B-ED97C4F1770A}" type="presParOf" srcId="{6FF9809B-C253-44F3-893F-497F25906E49}" destId="{2EA7236B-EEA3-414D-A6CD-FB67DA41A911}" srcOrd="4" destOrd="0" presId="urn:microsoft.com/office/officeart/2018/2/layout/IconVerticalSolidList"/>
    <dgm:cxn modelId="{EB7D28E6-23A2-7A4B-AD68-2B33E3BDE45B}" type="presParOf" srcId="{2EA7236B-EEA3-414D-A6CD-FB67DA41A911}" destId="{59073BD6-08C6-4CE1-AB36-E0FB142A4855}" srcOrd="0" destOrd="0" presId="urn:microsoft.com/office/officeart/2018/2/layout/IconVerticalSolidList"/>
    <dgm:cxn modelId="{577F42E5-5BC3-A04D-A68E-04AA5FA2009B}" type="presParOf" srcId="{2EA7236B-EEA3-414D-A6CD-FB67DA41A911}" destId="{C31AE9E2-B68C-4EDE-9A1B-60BC8E5C0E48}" srcOrd="1" destOrd="0" presId="urn:microsoft.com/office/officeart/2018/2/layout/IconVerticalSolidList"/>
    <dgm:cxn modelId="{B8D0046C-C15B-9440-A5EB-409501F3BA15}" type="presParOf" srcId="{2EA7236B-EEA3-414D-A6CD-FB67DA41A911}" destId="{6CDB54F4-95C0-4C5F-950E-ADC0224D2B59}" srcOrd="2" destOrd="0" presId="urn:microsoft.com/office/officeart/2018/2/layout/IconVerticalSolidList"/>
    <dgm:cxn modelId="{7B974A78-1CFE-4C42-BFFA-4217746BE64E}" type="presParOf" srcId="{2EA7236B-EEA3-414D-A6CD-FB67DA41A911}" destId="{403FDB96-FEDA-491F-903F-B96B9B176E30}" srcOrd="3" destOrd="0" presId="urn:microsoft.com/office/officeart/2018/2/layout/IconVerticalSolidList"/>
    <dgm:cxn modelId="{F54B4DD7-B5E8-7B4C-8214-1DE8AD0BE6D9}" type="presParOf" srcId="{2EA7236B-EEA3-414D-A6CD-FB67DA41A911}" destId="{1BFB3E88-F30E-40CB-9F47-081F8BCC9686}" srcOrd="4" destOrd="0" presId="urn:microsoft.com/office/officeart/2018/2/layout/IconVerticalSolidList"/>
    <dgm:cxn modelId="{CFE69E84-F61E-F94D-AB80-F3D67FECACCC}" type="presParOf" srcId="{6FF9809B-C253-44F3-893F-497F25906E49}" destId="{D878ACB5-EF75-4DDB-A3E5-AB7C33271856}" srcOrd="5" destOrd="0" presId="urn:microsoft.com/office/officeart/2018/2/layout/IconVerticalSolidList"/>
    <dgm:cxn modelId="{D0D827E1-8085-F145-A8C6-8FC49CE45040}" type="presParOf" srcId="{6FF9809B-C253-44F3-893F-497F25906E49}" destId="{D22C0758-8CA9-49C0-8C80-5BF801032118}" srcOrd="6" destOrd="0" presId="urn:microsoft.com/office/officeart/2018/2/layout/IconVerticalSolidList"/>
    <dgm:cxn modelId="{7D81522E-FE91-5945-BB98-DCF095710FBC}" type="presParOf" srcId="{D22C0758-8CA9-49C0-8C80-5BF801032118}" destId="{EF0A84A2-9D9B-465C-BBD5-AF433EB2229E}" srcOrd="0" destOrd="0" presId="urn:microsoft.com/office/officeart/2018/2/layout/IconVerticalSolidList"/>
    <dgm:cxn modelId="{08B76860-E42D-D840-8F53-3BCE7F95C2A6}" type="presParOf" srcId="{D22C0758-8CA9-49C0-8C80-5BF801032118}" destId="{5BE98593-00BC-4E42-A23C-3540C522F7E7}" srcOrd="1" destOrd="0" presId="urn:microsoft.com/office/officeart/2018/2/layout/IconVerticalSolidList"/>
    <dgm:cxn modelId="{8C0B9D66-C999-E54A-809F-BF2F0DDD9C53}" type="presParOf" srcId="{D22C0758-8CA9-49C0-8C80-5BF801032118}" destId="{D5A23407-870B-406E-A2B1-CBACFB360323}" srcOrd="2" destOrd="0" presId="urn:microsoft.com/office/officeart/2018/2/layout/IconVerticalSolidList"/>
    <dgm:cxn modelId="{9187CCD2-8DA3-4041-B98E-8F99414BE905}" type="presParOf" srcId="{D22C0758-8CA9-49C0-8C80-5BF801032118}" destId="{F4B8C14E-5522-451B-B459-9A7BF6AA6C8B}" srcOrd="3" destOrd="0" presId="urn:microsoft.com/office/officeart/2018/2/layout/IconVerticalSolidList"/>
    <dgm:cxn modelId="{D5DBDE29-A55F-F748-A83D-F3B2D85726E2}" type="presParOf" srcId="{D22C0758-8CA9-49C0-8C80-5BF801032118}" destId="{551DA1FA-CEAC-4547-A706-03DF85D1C0DA}" srcOrd="4" destOrd="0" presId="urn:microsoft.com/office/officeart/2018/2/layout/IconVerticalSolidList"/>
    <dgm:cxn modelId="{A0CB24F8-9A1D-F648-A49F-4CFB3501C2DD}" type="presParOf" srcId="{6FF9809B-C253-44F3-893F-497F25906E49}" destId="{08B55F6C-C595-45D6-92E9-0A7AD0349864}" srcOrd="7" destOrd="0" presId="urn:microsoft.com/office/officeart/2018/2/layout/IconVerticalSolidList"/>
    <dgm:cxn modelId="{5F896CB0-F9AE-C742-9A97-73A333645866}" type="presParOf" srcId="{6FF9809B-C253-44F3-893F-497F25906E49}" destId="{A0469A28-620C-4EED-8ABB-8D5FD7CA5F36}" srcOrd="8" destOrd="0" presId="urn:microsoft.com/office/officeart/2018/2/layout/IconVerticalSolidList"/>
    <dgm:cxn modelId="{71004D89-D095-A743-981A-ADCD694B75E4}" type="presParOf" srcId="{A0469A28-620C-4EED-8ABB-8D5FD7CA5F36}" destId="{0AE3A648-6CD1-45F9-949E-54DD60028F38}" srcOrd="0" destOrd="0" presId="urn:microsoft.com/office/officeart/2018/2/layout/IconVerticalSolidList"/>
    <dgm:cxn modelId="{FBEFE333-2057-9D44-8FE1-30F58E66FD23}" type="presParOf" srcId="{A0469A28-620C-4EED-8ABB-8D5FD7CA5F36}" destId="{FE6B7FFF-5909-4CB9-8129-F59952971EA5}" srcOrd="1" destOrd="0" presId="urn:microsoft.com/office/officeart/2018/2/layout/IconVerticalSolidList"/>
    <dgm:cxn modelId="{18B9EA16-13D8-5E40-9B85-05EC8E264AF2}" type="presParOf" srcId="{A0469A28-620C-4EED-8ABB-8D5FD7CA5F36}" destId="{0EE59D4B-E0E6-4783-B1AC-0545653FC5E0}" srcOrd="2" destOrd="0" presId="urn:microsoft.com/office/officeart/2018/2/layout/IconVerticalSolidList"/>
    <dgm:cxn modelId="{05BFCBBF-5530-A74E-B4CC-2BAB2FA9E619}" type="presParOf" srcId="{A0469A28-620C-4EED-8ABB-8D5FD7CA5F36}" destId="{FC1247ED-8F5A-4A6C-89B2-5D39E82D76B5}" srcOrd="3" destOrd="0" presId="urn:microsoft.com/office/officeart/2018/2/layout/IconVerticalSolidList"/>
    <dgm:cxn modelId="{605B2CA5-F198-BD46-A5DC-E3BF93427842}" type="presParOf" srcId="{A0469A28-620C-4EED-8ABB-8D5FD7CA5F36}" destId="{C5575175-4FDF-413C-9C55-9116F3E9B2A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A5C023-5EE5-45CB-A1EA-2D0998625B7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3212A2F-89D3-4919-A37E-742B0A259C26}">
      <dgm:prSet/>
      <dgm:spPr/>
      <dgm:t>
        <a:bodyPr/>
        <a:lstStyle/>
        <a:p>
          <a:r>
            <a:rPr lang="en-CA"/>
            <a:t>Method Agreement:</a:t>
          </a:r>
          <a:endParaRPr lang="en-US"/>
        </a:p>
      </dgm:t>
    </dgm:pt>
    <dgm:pt modelId="{752D2A17-111B-4BF3-998F-48954A181CED}" type="parTrans" cxnId="{B29396D3-AC5A-45CB-90F7-E6B99EC3388B}">
      <dgm:prSet/>
      <dgm:spPr/>
      <dgm:t>
        <a:bodyPr/>
        <a:lstStyle/>
        <a:p>
          <a:endParaRPr lang="en-US"/>
        </a:p>
      </dgm:t>
    </dgm:pt>
    <dgm:pt modelId="{D1BF9052-7F9E-48EF-91D7-8382B7B9E833}" type="sibTrans" cxnId="{B29396D3-AC5A-45CB-90F7-E6B99EC3388B}">
      <dgm:prSet/>
      <dgm:spPr/>
      <dgm:t>
        <a:bodyPr/>
        <a:lstStyle/>
        <a:p>
          <a:endParaRPr lang="en-US"/>
        </a:p>
      </dgm:t>
    </dgm:pt>
    <dgm:pt modelId="{09B0AB00-6CE8-4935-8233-98F454DAF860}">
      <dgm:prSet/>
      <dgm:spPr/>
      <dgm:t>
        <a:bodyPr/>
        <a:lstStyle/>
        <a:p>
          <a:r>
            <a:rPr lang="en-CA"/>
            <a:t>How do raw aethalometer, HIPS (10 m²/g MAC), and FTIR-EC measurements compare at Ethiopian sites?</a:t>
          </a:r>
          <a:endParaRPr lang="en-US"/>
        </a:p>
      </dgm:t>
    </dgm:pt>
    <dgm:pt modelId="{4EAEFBEC-FB40-4764-AD57-95C91FA93A1E}" type="parTrans" cxnId="{7F0704B8-FFD7-4F84-8B82-86EB2F813640}">
      <dgm:prSet/>
      <dgm:spPr/>
      <dgm:t>
        <a:bodyPr/>
        <a:lstStyle/>
        <a:p>
          <a:endParaRPr lang="en-US"/>
        </a:p>
      </dgm:t>
    </dgm:pt>
    <dgm:pt modelId="{A10F33B9-CD99-4F10-8AE5-BEE1EEC1FFB6}" type="sibTrans" cxnId="{7F0704B8-FFD7-4F84-8B82-86EB2F813640}">
      <dgm:prSet/>
      <dgm:spPr/>
      <dgm:t>
        <a:bodyPr/>
        <a:lstStyle/>
        <a:p>
          <a:endParaRPr lang="en-US"/>
        </a:p>
      </dgm:t>
    </dgm:pt>
    <dgm:pt modelId="{8DFD380B-BDCA-4406-8B7A-B971FAC64940}">
      <dgm:prSet/>
      <dgm:spPr/>
      <dgm:t>
        <a:bodyPr/>
        <a:lstStyle/>
        <a:p>
          <a:r>
            <a:rPr lang="en-CA"/>
            <a:t>Optimal MAC Values:</a:t>
          </a:r>
          <a:endParaRPr lang="en-US"/>
        </a:p>
      </dgm:t>
    </dgm:pt>
    <dgm:pt modelId="{7B6FA878-A842-4EBE-BE1F-D5B859090917}" type="parTrans" cxnId="{960F6827-798A-4658-ADA7-53A8D0E0D84A}">
      <dgm:prSet/>
      <dgm:spPr/>
      <dgm:t>
        <a:bodyPr/>
        <a:lstStyle/>
        <a:p>
          <a:endParaRPr lang="en-US"/>
        </a:p>
      </dgm:t>
    </dgm:pt>
    <dgm:pt modelId="{663A941F-7CAD-485A-A136-DDA62E66B5C9}" type="sibTrans" cxnId="{960F6827-798A-4658-ADA7-53A8D0E0D84A}">
      <dgm:prSet/>
      <dgm:spPr/>
      <dgm:t>
        <a:bodyPr/>
        <a:lstStyle/>
        <a:p>
          <a:endParaRPr lang="en-US"/>
        </a:p>
      </dgm:t>
    </dgm:pt>
    <dgm:pt modelId="{3556ABDD-0BD4-47FB-AD90-0CA82F63BFA6}">
      <dgm:prSet/>
      <dgm:spPr/>
      <dgm:t>
        <a:bodyPr/>
        <a:lstStyle/>
        <a:p>
          <a:r>
            <a:rPr lang="en-CA"/>
            <a:t>What seasonal and wavelength-dependent MAC values minimize bias for HIPS and aethalometer when referenced to FTIR-EC?</a:t>
          </a:r>
          <a:endParaRPr lang="en-US"/>
        </a:p>
      </dgm:t>
    </dgm:pt>
    <dgm:pt modelId="{93B52B80-6B48-4328-AAA6-643D859E0E64}" type="parTrans" cxnId="{2339246A-BB39-4A2A-8018-CF2990C0D24B}">
      <dgm:prSet/>
      <dgm:spPr/>
      <dgm:t>
        <a:bodyPr/>
        <a:lstStyle/>
        <a:p>
          <a:endParaRPr lang="en-US"/>
        </a:p>
      </dgm:t>
    </dgm:pt>
    <dgm:pt modelId="{A9401304-28C6-45F9-94A3-90E19A107B40}" type="sibTrans" cxnId="{2339246A-BB39-4A2A-8018-CF2990C0D24B}">
      <dgm:prSet/>
      <dgm:spPr/>
      <dgm:t>
        <a:bodyPr/>
        <a:lstStyle/>
        <a:p>
          <a:endParaRPr lang="en-US"/>
        </a:p>
      </dgm:t>
    </dgm:pt>
    <dgm:pt modelId="{CBA9286E-E2F3-49A5-862C-7D682CC1D108}">
      <dgm:prSet/>
      <dgm:spPr/>
      <dgm:t>
        <a:bodyPr/>
        <a:lstStyle/>
        <a:p>
          <a:r>
            <a:rPr lang="en-CA"/>
            <a:t>Drivers of Variability:</a:t>
          </a:r>
          <a:endParaRPr lang="en-US"/>
        </a:p>
      </dgm:t>
    </dgm:pt>
    <dgm:pt modelId="{005A45C0-7776-4112-BDE0-AB7313EFDB83}" type="parTrans" cxnId="{C95BF27F-570B-476A-B19F-214D0A388982}">
      <dgm:prSet/>
      <dgm:spPr/>
      <dgm:t>
        <a:bodyPr/>
        <a:lstStyle/>
        <a:p>
          <a:endParaRPr lang="en-US"/>
        </a:p>
      </dgm:t>
    </dgm:pt>
    <dgm:pt modelId="{A0D0AAC1-DEFA-470C-AD6D-B34BCA59D1B9}" type="sibTrans" cxnId="{C95BF27F-570B-476A-B19F-214D0A388982}">
      <dgm:prSet/>
      <dgm:spPr/>
      <dgm:t>
        <a:bodyPr/>
        <a:lstStyle/>
        <a:p>
          <a:endParaRPr lang="en-US"/>
        </a:p>
      </dgm:t>
    </dgm:pt>
    <dgm:pt modelId="{C3DBC3A1-CAAB-411B-9CCD-0CC5ECE9A4CC}">
      <dgm:prSet/>
      <dgm:spPr/>
      <dgm:t>
        <a:bodyPr/>
        <a:lstStyle/>
        <a:p>
          <a:r>
            <a:rPr lang="en-CA"/>
            <a:t>How do EC composition, PM₂.₅ composition, and meteorological factors explain day-to-day MAC variations?</a:t>
          </a:r>
          <a:endParaRPr lang="en-US"/>
        </a:p>
      </dgm:t>
    </dgm:pt>
    <dgm:pt modelId="{317C5D40-9F30-4FDC-BE64-B0FFFC808AEA}" type="parTrans" cxnId="{E70C9A69-4208-4917-90D0-013056C7CFEA}">
      <dgm:prSet/>
      <dgm:spPr/>
      <dgm:t>
        <a:bodyPr/>
        <a:lstStyle/>
        <a:p>
          <a:endParaRPr lang="en-US"/>
        </a:p>
      </dgm:t>
    </dgm:pt>
    <dgm:pt modelId="{427991B3-FE14-48F3-AC2B-27D01303AE19}" type="sibTrans" cxnId="{E70C9A69-4208-4917-90D0-013056C7CFEA}">
      <dgm:prSet/>
      <dgm:spPr/>
      <dgm:t>
        <a:bodyPr/>
        <a:lstStyle/>
        <a:p>
          <a:endParaRPr lang="en-US"/>
        </a:p>
      </dgm:t>
    </dgm:pt>
    <dgm:pt modelId="{79462F34-B68F-4A4C-8FB9-06893442715C}">
      <dgm:prSet/>
      <dgm:spPr/>
      <dgm:t>
        <a:bodyPr/>
        <a:lstStyle/>
        <a:p>
          <a:r>
            <a:rPr lang="en-CA"/>
            <a:t>Transferability:</a:t>
          </a:r>
          <a:endParaRPr lang="en-US"/>
        </a:p>
      </dgm:t>
    </dgm:pt>
    <dgm:pt modelId="{FD7CEF4D-29A6-4598-B11C-85B46A8F1106}" type="parTrans" cxnId="{FB638E6B-F984-491D-969C-BB384C8DA38E}">
      <dgm:prSet/>
      <dgm:spPr/>
      <dgm:t>
        <a:bodyPr/>
        <a:lstStyle/>
        <a:p>
          <a:endParaRPr lang="en-US"/>
        </a:p>
      </dgm:t>
    </dgm:pt>
    <dgm:pt modelId="{231790ED-43ED-4119-9E57-0F6ECBD5952E}" type="sibTrans" cxnId="{FB638E6B-F984-491D-969C-BB384C8DA38E}">
      <dgm:prSet/>
      <dgm:spPr/>
      <dgm:t>
        <a:bodyPr/>
        <a:lstStyle/>
        <a:p>
          <a:endParaRPr lang="en-US"/>
        </a:p>
      </dgm:t>
    </dgm:pt>
    <dgm:pt modelId="{C24D458D-2648-4046-87DC-8B618E41CB82}">
      <dgm:prSet/>
      <dgm:spPr/>
      <dgm:t>
        <a:bodyPr/>
        <a:lstStyle/>
        <a:p>
          <a:r>
            <a:rPr lang="en-CA"/>
            <a:t>Under what conditions can site-specific MAC values be applied elsewhere without significant bias?</a:t>
          </a:r>
          <a:endParaRPr lang="en-US"/>
        </a:p>
      </dgm:t>
    </dgm:pt>
    <dgm:pt modelId="{950F854D-5CBF-4235-BAAE-B00B1FEC50B2}" type="parTrans" cxnId="{ACA9D344-BAEA-4813-BFE2-20FD3F0D1B13}">
      <dgm:prSet/>
      <dgm:spPr/>
      <dgm:t>
        <a:bodyPr/>
        <a:lstStyle/>
        <a:p>
          <a:endParaRPr lang="en-US"/>
        </a:p>
      </dgm:t>
    </dgm:pt>
    <dgm:pt modelId="{49150948-90FD-4139-B98E-30A348FF6D01}" type="sibTrans" cxnId="{ACA9D344-BAEA-4813-BFE2-20FD3F0D1B13}">
      <dgm:prSet/>
      <dgm:spPr/>
      <dgm:t>
        <a:bodyPr/>
        <a:lstStyle/>
        <a:p>
          <a:endParaRPr lang="en-US"/>
        </a:p>
      </dgm:t>
    </dgm:pt>
    <dgm:pt modelId="{6BB87B66-6DB2-784F-AA08-7365DAE88E19}" type="pres">
      <dgm:prSet presAssocID="{50A5C023-5EE5-45CB-A1EA-2D0998625B72}" presName="linear" presStyleCnt="0">
        <dgm:presLayoutVars>
          <dgm:dir/>
          <dgm:animLvl val="lvl"/>
          <dgm:resizeHandles val="exact"/>
        </dgm:presLayoutVars>
      </dgm:prSet>
      <dgm:spPr/>
    </dgm:pt>
    <dgm:pt modelId="{6C9E431E-EC7F-DB42-88CE-F94889A9520D}" type="pres">
      <dgm:prSet presAssocID="{A3212A2F-89D3-4919-A37E-742B0A259C26}" presName="parentLin" presStyleCnt="0"/>
      <dgm:spPr/>
    </dgm:pt>
    <dgm:pt modelId="{F3C107B0-DC92-1E49-BFA7-B4B6B2A3744E}" type="pres">
      <dgm:prSet presAssocID="{A3212A2F-89D3-4919-A37E-742B0A259C26}" presName="parentLeftMargin" presStyleLbl="node1" presStyleIdx="0" presStyleCnt="4"/>
      <dgm:spPr/>
    </dgm:pt>
    <dgm:pt modelId="{27656062-4C1B-D149-A42D-BF02B52B9989}" type="pres">
      <dgm:prSet presAssocID="{A3212A2F-89D3-4919-A37E-742B0A259C2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97101F-F5F7-C347-BCA1-F728D930B7DE}" type="pres">
      <dgm:prSet presAssocID="{A3212A2F-89D3-4919-A37E-742B0A259C26}" presName="negativeSpace" presStyleCnt="0"/>
      <dgm:spPr/>
    </dgm:pt>
    <dgm:pt modelId="{E95F16C6-CEEB-EF46-BF36-B71F1CF57044}" type="pres">
      <dgm:prSet presAssocID="{A3212A2F-89D3-4919-A37E-742B0A259C26}" presName="childText" presStyleLbl="conFgAcc1" presStyleIdx="0" presStyleCnt="4">
        <dgm:presLayoutVars>
          <dgm:bulletEnabled val="1"/>
        </dgm:presLayoutVars>
      </dgm:prSet>
      <dgm:spPr/>
    </dgm:pt>
    <dgm:pt modelId="{923BFE2D-26B4-6249-88CB-9B77171F121E}" type="pres">
      <dgm:prSet presAssocID="{D1BF9052-7F9E-48EF-91D7-8382B7B9E833}" presName="spaceBetweenRectangles" presStyleCnt="0"/>
      <dgm:spPr/>
    </dgm:pt>
    <dgm:pt modelId="{E7EFFCD8-50DC-6142-B530-027FB922F580}" type="pres">
      <dgm:prSet presAssocID="{8DFD380B-BDCA-4406-8B7A-B971FAC64940}" presName="parentLin" presStyleCnt="0"/>
      <dgm:spPr/>
    </dgm:pt>
    <dgm:pt modelId="{7ED12EC7-E2DF-C84A-9ACD-3CEE6863DD8D}" type="pres">
      <dgm:prSet presAssocID="{8DFD380B-BDCA-4406-8B7A-B971FAC64940}" presName="parentLeftMargin" presStyleLbl="node1" presStyleIdx="0" presStyleCnt="4"/>
      <dgm:spPr/>
    </dgm:pt>
    <dgm:pt modelId="{0118AB15-DB8B-EE41-BAF6-AE5704637D59}" type="pres">
      <dgm:prSet presAssocID="{8DFD380B-BDCA-4406-8B7A-B971FAC6494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239418-7D10-CD4C-8194-16193A872953}" type="pres">
      <dgm:prSet presAssocID="{8DFD380B-BDCA-4406-8B7A-B971FAC64940}" presName="negativeSpace" presStyleCnt="0"/>
      <dgm:spPr/>
    </dgm:pt>
    <dgm:pt modelId="{A016F11C-2327-9348-8CC3-2E8B7B0BEA22}" type="pres">
      <dgm:prSet presAssocID="{8DFD380B-BDCA-4406-8B7A-B971FAC64940}" presName="childText" presStyleLbl="conFgAcc1" presStyleIdx="1" presStyleCnt="4">
        <dgm:presLayoutVars>
          <dgm:bulletEnabled val="1"/>
        </dgm:presLayoutVars>
      </dgm:prSet>
      <dgm:spPr/>
    </dgm:pt>
    <dgm:pt modelId="{34C54E2A-8D12-7242-B047-38D7AAC62490}" type="pres">
      <dgm:prSet presAssocID="{663A941F-7CAD-485A-A136-DDA62E66B5C9}" presName="spaceBetweenRectangles" presStyleCnt="0"/>
      <dgm:spPr/>
    </dgm:pt>
    <dgm:pt modelId="{CF024138-7CED-AA49-AB48-05F648CA0F12}" type="pres">
      <dgm:prSet presAssocID="{CBA9286E-E2F3-49A5-862C-7D682CC1D108}" presName="parentLin" presStyleCnt="0"/>
      <dgm:spPr/>
    </dgm:pt>
    <dgm:pt modelId="{20ECE8FA-B0D0-A64D-8D09-41FBB29C74B7}" type="pres">
      <dgm:prSet presAssocID="{CBA9286E-E2F3-49A5-862C-7D682CC1D108}" presName="parentLeftMargin" presStyleLbl="node1" presStyleIdx="1" presStyleCnt="4"/>
      <dgm:spPr/>
    </dgm:pt>
    <dgm:pt modelId="{F9036A68-9005-9E40-8B46-5B1BA016076D}" type="pres">
      <dgm:prSet presAssocID="{CBA9286E-E2F3-49A5-862C-7D682CC1D10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7ACFA9C-8174-F949-A6A3-B42811FD81DC}" type="pres">
      <dgm:prSet presAssocID="{CBA9286E-E2F3-49A5-862C-7D682CC1D108}" presName="negativeSpace" presStyleCnt="0"/>
      <dgm:spPr/>
    </dgm:pt>
    <dgm:pt modelId="{4968C6F0-69BE-8147-9925-6A511BC6644A}" type="pres">
      <dgm:prSet presAssocID="{CBA9286E-E2F3-49A5-862C-7D682CC1D108}" presName="childText" presStyleLbl="conFgAcc1" presStyleIdx="2" presStyleCnt="4">
        <dgm:presLayoutVars>
          <dgm:bulletEnabled val="1"/>
        </dgm:presLayoutVars>
      </dgm:prSet>
      <dgm:spPr/>
    </dgm:pt>
    <dgm:pt modelId="{EC5802BD-7108-0545-B74D-74FEC5F55F2B}" type="pres">
      <dgm:prSet presAssocID="{A0D0AAC1-DEFA-470C-AD6D-B34BCA59D1B9}" presName="spaceBetweenRectangles" presStyleCnt="0"/>
      <dgm:spPr/>
    </dgm:pt>
    <dgm:pt modelId="{4E98CC36-DEC7-5C46-BCAD-6C1123BD55F3}" type="pres">
      <dgm:prSet presAssocID="{79462F34-B68F-4A4C-8FB9-06893442715C}" presName="parentLin" presStyleCnt="0"/>
      <dgm:spPr/>
    </dgm:pt>
    <dgm:pt modelId="{7778C8FF-79CA-1045-B7CD-129773819546}" type="pres">
      <dgm:prSet presAssocID="{79462F34-B68F-4A4C-8FB9-06893442715C}" presName="parentLeftMargin" presStyleLbl="node1" presStyleIdx="2" presStyleCnt="4"/>
      <dgm:spPr/>
    </dgm:pt>
    <dgm:pt modelId="{EA04D389-4859-4C4B-B807-B5795ED71F16}" type="pres">
      <dgm:prSet presAssocID="{79462F34-B68F-4A4C-8FB9-06893442715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3B4EC2D-184F-204F-8BD7-21D39A58B824}" type="pres">
      <dgm:prSet presAssocID="{79462F34-B68F-4A4C-8FB9-06893442715C}" presName="negativeSpace" presStyleCnt="0"/>
      <dgm:spPr/>
    </dgm:pt>
    <dgm:pt modelId="{D47FE489-442C-144A-A91B-FAF32181498E}" type="pres">
      <dgm:prSet presAssocID="{79462F34-B68F-4A4C-8FB9-06893442715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8799916-AA0F-C34B-B3ED-3A5656165F38}" type="presOf" srcId="{A3212A2F-89D3-4919-A37E-742B0A259C26}" destId="{F3C107B0-DC92-1E49-BFA7-B4B6B2A3744E}" srcOrd="0" destOrd="0" presId="urn:microsoft.com/office/officeart/2005/8/layout/list1"/>
    <dgm:cxn modelId="{AE20D417-DC8E-AF4F-B9B0-C629C9610B34}" type="presOf" srcId="{CBA9286E-E2F3-49A5-862C-7D682CC1D108}" destId="{F9036A68-9005-9E40-8B46-5B1BA016076D}" srcOrd="1" destOrd="0" presId="urn:microsoft.com/office/officeart/2005/8/layout/list1"/>
    <dgm:cxn modelId="{BD19A825-134E-8442-96BA-235658172E8E}" type="presOf" srcId="{79462F34-B68F-4A4C-8FB9-06893442715C}" destId="{EA04D389-4859-4C4B-B807-B5795ED71F16}" srcOrd="1" destOrd="0" presId="urn:microsoft.com/office/officeart/2005/8/layout/list1"/>
    <dgm:cxn modelId="{960F6827-798A-4658-ADA7-53A8D0E0D84A}" srcId="{50A5C023-5EE5-45CB-A1EA-2D0998625B72}" destId="{8DFD380B-BDCA-4406-8B7A-B971FAC64940}" srcOrd="1" destOrd="0" parTransId="{7B6FA878-A842-4EBE-BE1F-D5B859090917}" sibTransId="{663A941F-7CAD-485A-A136-DDA62E66B5C9}"/>
    <dgm:cxn modelId="{1B329C28-A6BC-0745-B12D-0999952BF626}" type="presOf" srcId="{8DFD380B-BDCA-4406-8B7A-B971FAC64940}" destId="{0118AB15-DB8B-EE41-BAF6-AE5704637D59}" srcOrd="1" destOrd="0" presId="urn:microsoft.com/office/officeart/2005/8/layout/list1"/>
    <dgm:cxn modelId="{F7A7AC2A-766F-0B41-82F8-1EB2FB7467CE}" type="presOf" srcId="{C3DBC3A1-CAAB-411B-9CCD-0CC5ECE9A4CC}" destId="{4968C6F0-69BE-8147-9925-6A511BC6644A}" srcOrd="0" destOrd="0" presId="urn:microsoft.com/office/officeart/2005/8/layout/list1"/>
    <dgm:cxn modelId="{3003EF2D-3E5D-9F49-9D92-DCD4F8D7CDCB}" type="presOf" srcId="{A3212A2F-89D3-4919-A37E-742B0A259C26}" destId="{27656062-4C1B-D149-A42D-BF02B52B9989}" srcOrd="1" destOrd="0" presId="urn:microsoft.com/office/officeart/2005/8/layout/list1"/>
    <dgm:cxn modelId="{A3BF842F-8296-6647-8B5A-02F5C0345931}" type="presOf" srcId="{C24D458D-2648-4046-87DC-8B618E41CB82}" destId="{D47FE489-442C-144A-A91B-FAF32181498E}" srcOrd="0" destOrd="0" presId="urn:microsoft.com/office/officeart/2005/8/layout/list1"/>
    <dgm:cxn modelId="{ACA9D344-BAEA-4813-BFE2-20FD3F0D1B13}" srcId="{79462F34-B68F-4A4C-8FB9-06893442715C}" destId="{C24D458D-2648-4046-87DC-8B618E41CB82}" srcOrd="0" destOrd="0" parTransId="{950F854D-5CBF-4235-BAAE-B00B1FEC50B2}" sibTransId="{49150948-90FD-4139-B98E-30A348FF6D01}"/>
    <dgm:cxn modelId="{0AEC6749-3202-BB4C-9615-9A9E82560150}" type="presOf" srcId="{CBA9286E-E2F3-49A5-862C-7D682CC1D108}" destId="{20ECE8FA-B0D0-A64D-8D09-41FBB29C74B7}" srcOrd="0" destOrd="0" presId="urn:microsoft.com/office/officeart/2005/8/layout/list1"/>
    <dgm:cxn modelId="{9F798E4E-7537-2F43-8FF2-57827E5C6566}" type="presOf" srcId="{8DFD380B-BDCA-4406-8B7A-B971FAC64940}" destId="{7ED12EC7-E2DF-C84A-9ACD-3CEE6863DD8D}" srcOrd="0" destOrd="0" presId="urn:microsoft.com/office/officeart/2005/8/layout/list1"/>
    <dgm:cxn modelId="{E70C9A69-4208-4917-90D0-013056C7CFEA}" srcId="{CBA9286E-E2F3-49A5-862C-7D682CC1D108}" destId="{C3DBC3A1-CAAB-411B-9CCD-0CC5ECE9A4CC}" srcOrd="0" destOrd="0" parTransId="{317C5D40-9F30-4FDC-BE64-B0FFFC808AEA}" sibTransId="{427991B3-FE14-48F3-AC2B-27D01303AE19}"/>
    <dgm:cxn modelId="{2339246A-BB39-4A2A-8018-CF2990C0D24B}" srcId="{8DFD380B-BDCA-4406-8B7A-B971FAC64940}" destId="{3556ABDD-0BD4-47FB-AD90-0CA82F63BFA6}" srcOrd="0" destOrd="0" parTransId="{93B52B80-6B48-4328-AAA6-643D859E0E64}" sibTransId="{A9401304-28C6-45F9-94A3-90E19A107B40}"/>
    <dgm:cxn modelId="{FB638E6B-F984-491D-969C-BB384C8DA38E}" srcId="{50A5C023-5EE5-45CB-A1EA-2D0998625B72}" destId="{79462F34-B68F-4A4C-8FB9-06893442715C}" srcOrd="3" destOrd="0" parTransId="{FD7CEF4D-29A6-4598-B11C-85B46A8F1106}" sibTransId="{231790ED-43ED-4119-9E57-0F6ECBD5952E}"/>
    <dgm:cxn modelId="{C95BF27F-570B-476A-B19F-214D0A388982}" srcId="{50A5C023-5EE5-45CB-A1EA-2D0998625B72}" destId="{CBA9286E-E2F3-49A5-862C-7D682CC1D108}" srcOrd="2" destOrd="0" parTransId="{005A45C0-7776-4112-BDE0-AB7313EFDB83}" sibTransId="{A0D0AAC1-DEFA-470C-AD6D-B34BCA59D1B9}"/>
    <dgm:cxn modelId="{18852DB1-C4BE-5E45-A37F-C69AC3458358}" type="presOf" srcId="{79462F34-B68F-4A4C-8FB9-06893442715C}" destId="{7778C8FF-79CA-1045-B7CD-129773819546}" srcOrd="0" destOrd="0" presId="urn:microsoft.com/office/officeart/2005/8/layout/list1"/>
    <dgm:cxn modelId="{2E920BB7-448A-3745-B694-64A7C4519A7F}" type="presOf" srcId="{3556ABDD-0BD4-47FB-AD90-0CA82F63BFA6}" destId="{A016F11C-2327-9348-8CC3-2E8B7B0BEA22}" srcOrd="0" destOrd="0" presId="urn:microsoft.com/office/officeart/2005/8/layout/list1"/>
    <dgm:cxn modelId="{7F0704B8-FFD7-4F84-8B82-86EB2F813640}" srcId="{A3212A2F-89D3-4919-A37E-742B0A259C26}" destId="{09B0AB00-6CE8-4935-8233-98F454DAF860}" srcOrd="0" destOrd="0" parTransId="{4EAEFBEC-FB40-4764-AD57-95C91FA93A1E}" sibTransId="{A10F33B9-CD99-4F10-8AE5-BEE1EEC1FFB6}"/>
    <dgm:cxn modelId="{72BB74BA-D14C-CE4F-ACA2-93EB3CB73D60}" type="presOf" srcId="{50A5C023-5EE5-45CB-A1EA-2D0998625B72}" destId="{6BB87B66-6DB2-784F-AA08-7365DAE88E19}" srcOrd="0" destOrd="0" presId="urn:microsoft.com/office/officeart/2005/8/layout/list1"/>
    <dgm:cxn modelId="{B29396D3-AC5A-45CB-90F7-E6B99EC3388B}" srcId="{50A5C023-5EE5-45CB-A1EA-2D0998625B72}" destId="{A3212A2F-89D3-4919-A37E-742B0A259C26}" srcOrd="0" destOrd="0" parTransId="{752D2A17-111B-4BF3-998F-48954A181CED}" sibTransId="{D1BF9052-7F9E-48EF-91D7-8382B7B9E833}"/>
    <dgm:cxn modelId="{A08D45E2-AEEF-464E-9830-18E8CF5704A4}" type="presOf" srcId="{09B0AB00-6CE8-4935-8233-98F454DAF860}" destId="{E95F16C6-CEEB-EF46-BF36-B71F1CF57044}" srcOrd="0" destOrd="0" presId="urn:microsoft.com/office/officeart/2005/8/layout/list1"/>
    <dgm:cxn modelId="{7F23CDCD-1485-144C-B5A8-649EE3582E13}" type="presParOf" srcId="{6BB87B66-6DB2-784F-AA08-7365DAE88E19}" destId="{6C9E431E-EC7F-DB42-88CE-F94889A9520D}" srcOrd="0" destOrd="0" presId="urn:microsoft.com/office/officeart/2005/8/layout/list1"/>
    <dgm:cxn modelId="{C9C083C4-6CD1-0546-A7A0-3E97B0716CAB}" type="presParOf" srcId="{6C9E431E-EC7F-DB42-88CE-F94889A9520D}" destId="{F3C107B0-DC92-1E49-BFA7-B4B6B2A3744E}" srcOrd="0" destOrd="0" presId="urn:microsoft.com/office/officeart/2005/8/layout/list1"/>
    <dgm:cxn modelId="{695733C7-1A3E-C64C-BD0F-B8DD2D2CD9C2}" type="presParOf" srcId="{6C9E431E-EC7F-DB42-88CE-F94889A9520D}" destId="{27656062-4C1B-D149-A42D-BF02B52B9989}" srcOrd="1" destOrd="0" presId="urn:microsoft.com/office/officeart/2005/8/layout/list1"/>
    <dgm:cxn modelId="{2081429F-61CA-0240-A5E0-3A1DE3AE2DC6}" type="presParOf" srcId="{6BB87B66-6DB2-784F-AA08-7365DAE88E19}" destId="{7897101F-F5F7-C347-BCA1-F728D930B7DE}" srcOrd="1" destOrd="0" presId="urn:microsoft.com/office/officeart/2005/8/layout/list1"/>
    <dgm:cxn modelId="{591418B7-71C5-C24F-899C-00090444D11A}" type="presParOf" srcId="{6BB87B66-6DB2-784F-AA08-7365DAE88E19}" destId="{E95F16C6-CEEB-EF46-BF36-B71F1CF57044}" srcOrd="2" destOrd="0" presId="urn:microsoft.com/office/officeart/2005/8/layout/list1"/>
    <dgm:cxn modelId="{775CBD39-93A5-584C-B3F0-99780F232BC8}" type="presParOf" srcId="{6BB87B66-6DB2-784F-AA08-7365DAE88E19}" destId="{923BFE2D-26B4-6249-88CB-9B77171F121E}" srcOrd="3" destOrd="0" presId="urn:microsoft.com/office/officeart/2005/8/layout/list1"/>
    <dgm:cxn modelId="{A963BE25-A3CA-3F43-B903-70BB11A472C4}" type="presParOf" srcId="{6BB87B66-6DB2-784F-AA08-7365DAE88E19}" destId="{E7EFFCD8-50DC-6142-B530-027FB922F580}" srcOrd="4" destOrd="0" presId="urn:microsoft.com/office/officeart/2005/8/layout/list1"/>
    <dgm:cxn modelId="{D3E62612-10CE-0D45-9379-2D0647D95FE0}" type="presParOf" srcId="{E7EFFCD8-50DC-6142-B530-027FB922F580}" destId="{7ED12EC7-E2DF-C84A-9ACD-3CEE6863DD8D}" srcOrd="0" destOrd="0" presId="urn:microsoft.com/office/officeart/2005/8/layout/list1"/>
    <dgm:cxn modelId="{681108AE-B4BF-DA42-A926-DD553D711C00}" type="presParOf" srcId="{E7EFFCD8-50DC-6142-B530-027FB922F580}" destId="{0118AB15-DB8B-EE41-BAF6-AE5704637D59}" srcOrd="1" destOrd="0" presId="urn:microsoft.com/office/officeart/2005/8/layout/list1"/>
    <dgm:cxn modelId="{823392E6-A0C0-3548-BA9C-9C6458103EE3}" type="presParOf" srcId="{6BB87B66-6DB2-784F-AA08-7365DAE88E19}" destId="{DF239418-7D10-CD4C-8194-16193A872953}" srcOrd="5" destOrd="0" presId="urn:microsoft.com/office/officeart/2005/8/layout/list1"/>
    <dgm:cxn modelId="{06C66A18-AA1E-1848-8D82-10FE324B0A62}" type="presParOf" srcId="{6BB87B66-6DB2-784F-AA08-7365DAE88E19}" destId="{A016F11C-2327-9348-8CC3-2E8B7B0BEA22}" srcOrd="6" destOrd="0" presId="urn:microsoft.com/office/officeart/2005/8/layout/list1"/>
    <dgm:cxn modelId="{3B901405-6A58-544B-A8DF-E45CB69BD295}" type="presParOf" srcId="{6BB87B66-6DB2-784F-AA08-7365DAE88E19}" destId="{34C54E2A-8D12-7242-B047-38D7AAC62490}" srcOrd="7" destOrd="0" presId="urn:microsoft.com/office/officeart/2005/8/layout/list1"/>
    <dgm:cxn modelId="{D2109B8C-21A5-E24C-A30D-98EE6D574A1B}" type="presParOf" srcId="{6BB87B66-6DB2-784F-AA08-7365DAE88E19}" destId="{CF024138-7CED-AA49-AB48-05F648CA0F12}" srcOrd="8" destOrd="0" presId="urn:microsoft.com/office/officeart/2005/8/layout/list1"/>
    <dgm:cxn modelId="{3B1EC347-5CE6-404B-89FA-8C223AD7BE8B}" type="presParOf" srcId="{CF024138-7CED-AA49-AB48-05F648CA0F12}" destId="{20ECE8FA-B0D0-A64D-8D09-41FBB29C74B7}" srcOrd="0" destOrd="0" presId="urn:microsoft.com/office/officeart/2005/8/layout/list1"/>
    <dgm:cxn modelId="{23569C83-6213-F34F-9738-70B56691E5EC}" type="presParOf" srcId="{CF024138-7CED-AA49-AB48-05F648CA0F12}" destId="{F9036A68-9005-9E40-8B46-5B1BA016076D}" srcOrd="1" destOrd="0" presId="urn:microsoft.com/office/officeart/2005/8/layout/list1"/>
    <dgm:cxn modelId="{777BE7F5-386A-7343-886E-6AB38DDE630B}" type="presParOf" srcId="{6BB87B66-6DB2-784F-AA08-7365DAE88E19}" destId="{77ACFA9C-8174-F949-A6A3-B42811FD81DC}" srcOrd="9" destOrd="0" presId="urn:microsoft.com/office/officeart/2005/8/layout/list1"/>
    <dgm:cxn modelId="{444E8F1A-DCD3-E548-B247-8F47348DA3AB}" type="presParOf" srcId="{6BB87B66-6DB2-784F-AA08-7365DAE88E19}" destId="{4968C6F0-69BE-8147-9925-6A511BC6644A}" srcOrd="10" destOrd="0" presId="urn:microsoft.com/office/officeart/2005/8/layout/list1"/>
    <dgm:cxn modelId="{18F765D4-9C6F-9B4C-83BF-B82C8400221C}" type="presParOf" srcId="{6BB87B66-6DB2-784F-AA08-7365DAE88E19}" destId="{EC5802BD-7108-0545-B74D-74FEC5F55F2B}" srcOrd="11" destOrd="0" presId="urn:microsoft.com/office/officeart/2005/8/layout/list1"/>
    <dgm:cxn modelId="{A2869933-C171-7D45-B002-AE948597E42B}" type="presParOf" srcId="{6BB87B66-6DB2-784F-AA08-7365DAE88E19}" destId="{4E98CC36-DEC7-5C46-BCAD-6C1123BD55F3}" srcOrd="12" destOrd="0" presId="urn:microsoft.com/office/officeart/2005/8/layout/list1"/>
    <dgm:cxn modelId="{1EC19DF6-A81E-5443-8F65-92DC42C342ED}" type="presParOf" srcId="{4E98CC36-DEC7-5C46-BCAD-6C1123BD55F3}" destId="{7778C8FF-79CA-1045-B7CD-129773819546}" srcOrd="0" destOrd="0" presId="urn:microsoft.com/office/officeart/2005/8/layout/list1"/>
    <dgm:cxn modelId="{0A9CD653-A890-F043-84BD-2B58BA45BF7A}" type="presParOf" srcId="{4E98CC36-DEC7-5C46-BCAD-6C1123BD55F3}" destId="{EA04D389-4859-4C4B-B807-B5795ED71F16}" srcOrd="1" destOrd="0" presId="urn:microsoft.com/office/officeart/2005/8/layout/list1"/>
    <dgm:cxn modelId="{E08A85B8-E290-C947-83A2-71FDEED2DCBA}" type="presParOf" srcId="{6BB87B66-6DB2-784F-AA08-7365DAE88E19}" destId="{93B4EC2D-184F-204F-8BD7-21D39A58B824}" srcOrd="13" destOrd="0" presId="urn:microsoft.com/office/officeart/2005/8/layout/list1"/>
    <dgm:cxn modelId="{4EB8CDB6-22E6-EF4A-BCDE-BD404B3406CF}" type="presParOf" srcId="{6BB87B66-6DB2-784F-AA08-7365DAE88E19}" destId="{D47FE489-442C-144A-A91B-FAF32181498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707AD2-1C8C-4023-A794-C4943D749072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D7E1EB1-D02C-44C0-918C-F89AF1EAD978}">
      <dgm:prSet/>
      <dgm:spPr/>
      <dgm:t>
        <a:bodyPr/>
        <a:lstStyle/>
        <a:p>
          <a:r>
            <a:rPr lang="en-CA" b="1"/>
            <a:t>FTIR-EC:</a:t>
          </a:r>
          <a:endParaRPr lang="en-US"/>
        </a:p>
      </dgm:t>
    </dgm:pt>
    <dgm:pt modelId="{4B5CD1ED-9A96-4FBB-BE05-9D6ABA55126C}" type="parTrans" cxnId="{AFE09FD9-3F34-4F64-84C7-FB7EEC1A9DFE}">
      <dgm:prSet/>
      <dgm:spPr/>
      <dgm:t>
        <a:bodyPr/>
        <a:lstStyle/>
        <a:p>
          <a:endParaRPr lang="en-US"/>
        </a:p>
      </dgm:t>
    </dgm:pt>
    <dgm:pt modelId="{9B5A65ED-2D3E-405E-9A75-B509D5809D9F}" type="sibTrans" cxnId="{AFE09FD9-3F34-4F64-84C7-FB7EEC1A9DFE}">
      <dgm:prSet/>
      <dgm:spPr/>
      <dgm:t>
        <a:bodyPr/>
        <a:lstStyle/>
        <a:p>
          <a:endParaRPr lang="en-US"/>
        </a:p>
      </dgm:t>
    </dgm:pt>
    <dgm:pt modelId="{E89B7726-F664-4611-B950-1AB847892D06}">
      <dgm:prSet/>
      <dgm:spPr/>
      <dgm:t>
        <a:bodyPr/>
        <a:lstStyle/>
        <a:p>
          <a:r>
            <a:rPr lang="en-CA" b="1"/>
            <a:t>Principle:</a:t>
          </a:r>
          <a:r>
            <a:rPr lang="en-CA"/>
            <a:t> Direct measurement of carbon bonds via IR spectroscopy</a:t>
          </a:r>
          <a:endParaRPr lang="en-US"/>
        </a:p>
      </dgm:t>
    </dgm:pt>
    <dgm:pt modelId="{ED809C0B-F19A-45B7-9161-1A7CBDF68576}" type="parTrans" cxnId="{3585C62A-BD1F-4B1E-B927-71166D783A02}">
      <dgm:prSet/>
      <dgm:spPr/>
      <dgm:t>
        <a:bodyPr/>
        <a:lstStyle/>
        <a:p>
          <a:endParaRPr lang="en-US"/>
        </a:p>
      </dgm:t>
    </dgm:pt>
    <dgm:pt modelId="{FB04153A-2671-40D1-B6FE-3441705F68E9}" type="sibTrans" cxnId="{3585C62A-BD1F-4B1E-B927-71166D783A02}">
      <dgm:prSet/>
      <dgm:spPr/>
      <dgm:t>
        <a:bodyPr/>
        <a:lstStyle/>
        <a:p>
          <a:endParaRPr lang="en-US"/>
        </a:p>
      </dgm:t>
    </dgm:pt>
    <dgm:pt modelId="{0DE519D8-0F37-4AB4-9942-9F1E69A38587}">
      <dgm:prSet/>
      <dgm:spPr/>
      <dgm:t>
        <a:bodyPr/>
        <a:lstStyle/>
        <a:p>
          <a:r>
            <a:rPr lang="en-CA" b="1"/>
            <a:t>Advantage:</a:t>
          </a:r>
          <a:r>
            <a:rPr lang="en-CA"/>
            <a:t> Established reference method for elemental carbon</a:t>
          </a:r>
          <a:endParaRPr lang="en-US"/>
        </a:p>
      </dgm:t>
    </dgm:pt>
    <dgm:pt modelId="{B5116E65-FF10-4D90-BEF0-ABDF3041D82E}" type="parTrans" cxnId="{0A55A10A-ADD4-4258-8BC0-85836A2F7D7E}">
      <dgm:prSet/>
      <dgm:spPr/>
      <dgm:t>
        <a:bodyPr/>
        <a:lstStyle/>
        <a:p>
          <a:endParaRPr lang="en-US"/>
        </a:p>
      </dgm:t>
    </dgm:pt>
    <dgm:pt modelId="{31FFAA90-95D1-412A-B3CF-FBAFA831AECA}" type="sibTrans" cxnId="{0A55A10A-ADD4-4258-8BC0-85836A2F7D7E}">
      <dgm:prSet/>
      <dgm:spPr/>
      <dgm:t>
        <a:bodyPr/>
        <a:lstStyle/>
        <a:p>
          <a:endParaRPr lang="en-US"/>
        </a:p>
      </dgm:t>
    </dgm:pt>
    <dgm:pt modelId="{51E29352-39F8-4321-88F0-200312EB9AB8}">
      <dgm:prSet/>
      <dgm:spPr/>
      <dgm:t>
        <a:bodyPr/>
        <a:lstStyle/>
        <a:p>
          <a:r>
            <a:rPr lang="en-CA" b="1" dirty="0"/>
            <a:t>Sampling:</a:t>
          </a:r>
          <a:r>
            <a:rPr lang="en-CA" dirty="0"/>
            <a:t> 24-hour integrated</a:t>
          </a:r>
          <a:endParaRPr lang="en-US" dirty="0"/>
        </a:p>
      </dgm:t>
    </dgm:pt>
    <dgm:pt modelId="{B19BED12-3346-4B84-8501-E7B05F188719}" type="parTrans" cxnId="{8CFF8545-2C1F-4205-A1BA-1A539B8EBEE0}">
      <dgm:prSet/>
      <dgm:spPr/>
      <dgm:t>
        <a:bodyPr/>
        <a:lstStyle/>
        <a:p>
          <a:endParaRPr lang="en-US"/>
        </a:p>
      </dgm:t>
    </dgm:pt>
    <dgm:pt modelId="{7100027E-4300-4CBC-84EE-EA2D1EEE0672}" type="sibTrans" cxnId="{8CFF8545-2C1F-4205-A1BA-1A539B8EBEE0}">
      <dgm:prSet/>
      <dgm:spPr/>
      <dgm:t>
        <a:bodyPr/>
        <a:lstStyle/>
        <a:p>
          <a:endParaRPr lang="en-US"/>
        </a:p>
      </dgm:t>
    </dgm:pt>
    <dgm:pt modelId="{DBACDD40-8A01-4461-AD34-09AC20DE291F}">
      <dgm:prSet/>
      <dgm:spPr/>
      <dgm:t>
        <a:bodyPr/>
        <a:lstStyle/>
        <a:p>
          <a:r>
            <a:rPr lang="en-CA" b="1"/>
            <a:t>HIPS</a:t>
          </a:r>
          <a:endParaRPr lang="en-US"/>
        </a:p>
      </dgm:t>
    </dgm:pt>
    <dgm:pt modelId="{15C930E3-7F95-4E29-AADB-C37911F0D49D}" type="parTrans" cxnId="{64C6AB70-D9E6-40AB-AC9B-053B05EFFB6E}">
      <dgm:prSet/>
      <dgm:spPr/>
      <dgm:t>
        <a:bodyPr/>
        <a:lstStyle/>
        <a:p>
          <a:endParaRPr lang="en-US"/>
        </a:p>
      </dgm:t>
    </dgm:pt>
    <dgm:pt modelId="{9C43DC32-2654-4F13-8E99-F956C5963E31}" type="sibTrans" cxnId="{64C6AB70-D9E6-40AB-AC9B-053B05EFFB6E}">
      <dgm:prSet/>
      <dgm:spPr/>
      <dgm:t>
        <a:bodyPr/>
        <a:lstStyle/>
        <a:p>
          <a:endParaRPr lang="en-US"/>
        </a:p>
      </dgm:t>
    </dgm:pt>
    <dgm:pt modelId="{670F548F-15C9-4397-8062-AE1354C5E882}">
      <dgm:prSet/>
      <dgm:spPr/>
      <dgm:t>
        <a:bodyPr/>
        <a:lstStyle/>
        <a:p>
          <a:r>
            <a:rPr lang="en-CA" b="1"/>
            <a:t>Principle:</a:t>
          </a:r>
          <a:r>
            <a:rPr lang="en-CA"/>
            <a:t> Light absorption at 633nm + MAC conversion</a:t>
          </a:r>
          <a:endParaRPr lang="en-US"/>
        </a:p>
      </dgm:t>
    </dgm:pt>
    <dgm:pt modelId="{E81F18D9-6A95-4EEB-B953-59455015C80F}" type="parTrans" cxnId="{E716B6EF-BB4A-4F54-AC1A-AA31844CA2A1}">
      <dgm:prSet/>
      <dgm:spPr/>
      <dgm:t>
        <a:bodyPr/>
        <a:lstStyle/>
        <a:p>
          <a:endParaRPr lang="en-US"/>
        </a:p>
      </dgm:t>
    </dgm:pt>
    <dgm:pt modelId="{7791F02D-B001-4E4A-8D25-A5E25558B6E8}" type="sibTrans" cxnId="{E716B6EF-BB4A-4F54-AC1A-AA31844CA2A1}">
      <dgm:prSet/>
      <dgm:spPr/>
      <dgm:t>
        <a:bodyPr/>
        <a:lstStyle/>
        <a:p>
          <a:endParaRPr lang="en-US"/>
        </a:p>
      </dgm:t>
    </dgm:pt>
    <dgm:pt modelId="{24C8F3D7-2F9D-4CA9-A33A-B20059FB3E7F}">
      <dgm:prSet/>
      <dgm:spPr/>
      <dgm:t>
        <a:bodyPr/>
        <a:lstStyle/>
        <a:p>
          <a:r>
            <a:rPr lang="en-CA" b="1"/>
            <a:t>Advantage:</a:t>
          </a:r>
          <a:r>
            <a:rPr lang="en-CA"/>
            <a:t> Direct optical measurement</a:t>
          </a:r>
          <a:endParaRPr lang="en-US"/>
        </a:p>
      </dgm:t>
    </dgm:pt>
    <dgm:pt modelId="{F5139623-EE8F-45C1-8EE1-A824633CA4B0}" type="parTrans" cxnId="{0DFFF13F-A952-41C7-B331-A100D05BAF1A}">
      <dgm:prSet/>
      <dgm:spPr/>
      <dgm:t>
        <a:bodyPr/>
        <a:lstStyle/>
        <a:p>
          <a:endParaRPr lang="en-US"/>
        </a:p>
      </dgm:t>
    </dgm:pt>
    <dgm:pt modelId="{CAEDAB98-26A8-44B7-A1E7-9C5498F69196}" type="sibTrans" cxnId="{0DFFF13F-A952-41C7-B331-A100D05BAF1A}">
      <dgm:prSet/>
      <dgm:spPr/>
      <dgm:t>
        <a:bodyPr/>
        <a:lstStyle/>
        <a:p>
          <a:endParaRPr lang="en-US"/>
        </a:p>
      </dgm:t>
    </dgm:pt>
    <dgm:pt modelId="{6ED4FD97-6089-42E0-8A4D-AE08D72D0B1B}">
      <dgm:prSet/>
      <dgm:spPr/>
      <dgm:t>
        <a:bodyPr/>
        <a:lstStyle/>
        <a:p>
          <a:r>
            <a:rPr lang="en-CA" b="1"/>
            <a:t>Sampling:</a:t>
          </a:r>
          <a:r>
            <a:rPr lang="en-CA"/>
            <a:t> 24-hour integrated</a:t>
          </a:r>
          <a:endParaRPr lang="en-US"/>
        </a:p>
      </dgm:t>
    </dgm:pt>
    <dgm:pt modelId="{5AB0897A-D9AD-4E14-89D9-E7AA3E04606E}" type="parTrans" cxnId="{B3A93BEA-CEE2-40B2-93DB-957AA0C3626A}">
      <dgm:prSet/>
      <dgm:spPr/>
      <dgm:t>
        <a:bodyPr/>
        <a:lstStyle/>
        <a:p>
          <a:endParaRPr lang="en-US"/>
        </a:p>
      </dgm:t>
    </dgm:pt>
    <dgm:pt modelId="{EE48990B-120A-43A3-8C78-3F4FCCC6FB7F}" type="sibTrans" cxnId="{B3A93BEA-CEE2-40B2-93DB-957AA0C3626A}">
      <dgm:prSet/>
      <dgm:spPr/>
      <dgm:t>
        <a:bodyPr/>
        <a:lstStyle/>
        <a:p>
          <a:endParaRPr lang="en-US"/>
        </a:p>
      </dgm:t>
    </dgm:pt>
    <dgm:pt modelId="{0213E609-6254-4238-A895-B8E1ED86C2B0}">
      <dgm:prSet/>
      <dgm:spPr/>
      <dgm:t>
        <a:bodyPr/>
        <a:lstStyle/>
        <a:p>
          <a:r>
            <a:rPr lang="en-CA" b="1"/>
            <a:t>Challenge:</a:t>
          </a:r>
          <a:r>
            <a:rPr lang="en-CA"/>
            <a:t> MAC variability</a:t>
          </a:r>
          <a:endParaRPr lang="en-US"/>
        </a:p>
      </dgm:t>
    </dgm:pt>
    <dgm:pt modelId="{95F4246C-3A73-48D3-9938-0C66F80C18BB}" type="parTrans" cxnId="{9D99FC26-2D76-4F6A-B580-7037DBFEB3A7}">
      <dgm:prSet/>
      <dgm:spPr/>
      <dgm:t>
        <a:bodyPr/>
        <a:lstStyle/>
        <a:p>
          <a:endParaRPr lang="en-US"/>
        </a:p>
      </dgm:t>
    </dgm:pt>
    <dgm:pt modelId="{4AD75D77-DBE0-40AF-90DF-5138BBD32037}" type="sibTrans" cxnId="{9D99FC26-2D76-4F6A-B580-7037DBFEB3A7}">
      <dgm:prSet/>
      <dgm:spPr/>
      <dgm:t>
        <a:bodyPr/>
        <a:lstStyle/>
        <a:p>
          <a:endParaRPr lang="en-US"/>
        </a:p>
      </dgm:t>
    </dgm:pt>
    <dgm:pt modelId="{2460DB16-BB33-407D-8699-C88CA84B92B2}">
      <dgm:prSet/>
      <dgm:spPr/>
      <dgm:t>
        <a:bodyPr/>
        <a:lstStyle/>
        <a:p>
          <a:r>
            <a:rPr lang="en-CA" b="1"/>
            <a:t>Aethalometer</a:t>
          </a:r>
          <a:endParaRPr lang="en-US"/>
        </a:p>
      </dgm:t>
    </dgm:pt>
    <dgm:pt modelId="{123A7F6D-6475-4068-BC16-7C9291E80CFF}" type="parTrans" cxnId="{919B9292-E40B-44EA-A685-30D7C6C14282}">
      <dgm:prSet/>
      <dgm:spPr/>
      <dgm:t>
        <a:bodyPr/>
        <a:lstStyle/>
        <a:p>
          <a:endParaRPr lang="en-US"/>
        </a:p>
      </dgm:t>
    </dgm:pt>
    <dgm:pt modelId="{23E0D79C-870F-4B82-B10E-25FDE3849C0D}" type="sibTrans" cxnId="{919B9292-E40B-44EA-A685-30D7C6C14282}">
      <dgm:prSet/>
      <dgm:spPr/>
      <dgm:t>
        <a:bodyPr/>
        <a:lstStyle/>
        <a:p>
          <a:endParaRPr lang="en-US"/>
        </a:p>
      </dgm:t>
    </dgm:pt>
    <dgm:pt modelId="{D3DEBBE3-96C5-4552-BE0C-363E096A2055}">
      <dgm:prSet/>
      <dgm:spPr/>
      <dgm:t>
        <a:bodyPr/>
        <a:lstStyle/>
        <a:p>
          <a:r>
            <a:rPr lang="en-CA" b="1"/>
            <a:t>Principle:</a:t>
          </a:r>
          <a:r>
            <a:rPr lang="en-CA"/>
            <a:t> Multi-wavelength light attenuation</a:t>
          </a:r>
          <a:endParaRPr lang="en-US"/>
        </a:p>
      </dgm:t>
    </dgm:pt>
    <dgm:pt modelId="{CCD0C207-4AD6-444B-960F-74E9A67270C0}" type="parTrans" cxnId="{EDA1897D-18EF-4C1C-9DED-315752046481}">
      <dgm:prSet/>
      <dgm:spPr/>
      <dgm:t>
        <a:bodyPr/>
        <a:lstStyle/>
        <a:p>
          <a:endParaRPr lang="en-US"/>
        </a:p>
      </dgm:t>
    </dgm:pt>
    <dgm:pt modelId="{B2270995-B716-484E-8EB3-294FEFEE824E}" type="sibTrans" cxnId="{EDA1897D-18EF-4C1C-9DED-315752046481}">
      <dgm:prSet/>
      <dgm:spPr/>
      <dgm:t>
        <a:bodyPr/>
        <a:lstStyle/>
        <a:p>
          <a:endParaRPr lang="en-US"/>
        </a:p>
      </dgm:t>
    </dgm:pt>
    <dgm:pt modelId="{ABDD8CA1-A8B9-479B-B782-FC2D607C8A2C}">
      <dgm:prSet/>
      <dgm:spPr/>
      <dgm:t>
        <a:bodyPr/>
        <a:lstStyle/>
        <a:p>
          <a:r>
            <a:rPr lang="en-CA" b="1"/>
            <a:t>Advantage:</a:t>
          </a:r>
          <a:r>
            <a:rPr lang="en-CA"/>
            <a:t> Real-time, source discrimination</a:t>
          </a:r>
          <a:endParaRPr lang="en-US"/>
        </a:p>
      </dgm:t>
    </dgm:pt>
    <dgm:pt modelId="{81714921-D1FE-473E-B5C9-DCD9127EEC67}" type="parTrans" cxnId="{3A7301B4-DC0C-4733-9E05-72FEC0AB7972}">
      <dgm:prSet/>
      <dgm:spPr/>
      <dgm:t>
        <a:bodyPr/>
        <a:lstStyle/>
        <a:p>
          <a:endParaRPr lang="en-US"/>
        </a:p>
      </dgm:t>
    </dgm:pt>
    <dgm:pt modelId="{3F9421D8-83DC-4B1C-AC16-7C8456797EBF}" type="sibTrans" cxnId="{3A7301B4-DC0C-4733-9E05-72FEC0AB7972}">
      <dgm:prSet/>
      <dgm:spPr/>
      <dgm:t>
        <a:bodyPr/>
        <a:lstStyle/>
        <a:p>
          <a:endParaRPr lang="en-US"/>
        </a:p>
      </dgm:t>
    </dgm:pt>
    <dgm:pt modelId="{2F46BAE5-4672-45C4-AEC8-BB827EBDE63D}">
      <dgm:prSet/>
      <dgm:spPr/>
      <dgm:t>
        <a:bodyPr/>
        <a:lstStyle/>
        <a:p>
          <a:r>
            <a:rPr lang="en-CA" b="1"/>
            <a:t>Sampling:</a:t>
          </a:r>
          <a:r>
            <a:rPr lang="en-CA"/>
            <a:t> 1-minute resolution</a:t>
          </a:r>
          <a:endParaRPr lang="en-US"/>
        </a:p>
      </dgm:t>
    </dgm:pt>
    <dgm:pt modelId="{79638E43-DB9B-4F43-A32E-F338912C328E}" type="parTrans" cxnId="{01E07AB2-B095-4953-9662-E8343FA46FFE}">
      <dgm:prSet/>
      <dgm:spPr/>
      <dgm:t>
        <a:bodyPr/>
        <a:lstStyle/>
        <a:p>
          <a:endParaRPr lang="en-US"/>
        </a:p>
      </dgm:t>
    </dgm:pt>
    <dgm:pt modelId="{3A8D0577-C46F-4BA8-A178-378C0E8ECB51}" type="sibTrans" cxnId="{01E07AB2-B095-4953-9662-E8343FA46FFE}">
      <dgm:prSet/>
      <dgm:spPr/>
      <dgm:t>
        <a:bodyPr/>
        <a:lstStyle/>
        <a:p>
          <a:endParaRPr lang="en-US"/>
        </a:p>
      </dgm:t>
    </dgm:pt>
    <dgm:pt modelId="{D2E27D0E-575E-4D8D-9CA2-D80B2690CAE6}">
      <dgm:prSet/>
      <dgm:spPr/>
      <dgm:t>
        <a:bodyPr/>
        <a:lstStyle/>
        <a:p>
          <a:r>
            <a:rPr lang="en-CA" b="1"/>
            <a:t>Challenge:</a:t>
          </a:r>
          <a:r>
            <a:rPr lang="en-CA"/>
            <a:t> Filter loading effects</a:t>
          </a:r>
          <a:endParaRPr lang="en-US"/>
        </a:p>
      </dgm:t>
    </dgm:pt>
    <dgm:pt modelId="{1A495B45-A669-480C-AADF-DD7AA23E9FE6}" type="parTrans" cxnId="{1DC08650-A4EC-4BF9-8A28-CF2CB88A961A}">
      <dgm:prSet/>
      <dgm:spPr/>
      <dgm:t>
        <a:bodyPr/>
        <a:lstStyle/>
        <a:p>
          <a:endParaRPr lang="en-US"/>
        </a:p>
      </dgm:t>
    </dgm:pt>
    <dgm:pt modelId="{A501CE76-F928-4465-A0AA-E6FDD1DDB369}" type="sibTrans" cxnId="{1DC08650-A4EC-4BF9-8A28-CF2CB88A961A}">
      <dgm:prSet/>
      <dgm:spPr/>
      <dgm:t>
        <a:bodyPr/>
        <a:lstStyle/>
        <a:p>
          <a:endParaRPr lang="en-US"/>
        </a:p>
      </dgm:t>
    </dgm:pt>
    <dgm:pt modelId="{FA4D00F4-9E93-BA4A-8654-5F7DCD735752}" type="pres">
      <dgm:prSet presAssocID="{78707AD2-1C8C-4023-A794-C4943D749072}" presName="Name0" presStyleCnt="0">
        <dgm:presLayoutVars>
          <dgm:dir/>
          <dgm:animLvl val="lvl"/>
          <dgm:resizeHandles val="exact"/>
        </dgm:presLayoutVars>
      </dgm:prSet>
      <dgm:spPr/>
    </dgm:pt>
    <dgm:pt modelId="{8E757174-4BF1-654B-A375-AD84C444EFB9}" type="pres">
      <dgm:prSet presAssocID="{FD7E1EB1-D02C-44C0-918C-F89AF1EAD978}" presName="composite" presStyleCnt="0"/>
      <dgm:spPr/>
    </dgm:pt>
    <dgm:pt modelId="{AFF7B180-28DA-E14C-B36D-2BFBF464DEDC}" type="pres">
      <dgm:prSet presAssocID="{FD7E1EB1-D02C-44C0-918C-F89AF1EAD97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7221FE7-A225-2242-8DED-07312FF49387}" type="pres">
      <dgm:prSet presAssocID="{FD7E1EB1-D02C-44C0-918C-F89AF1EAD978}" presName="desTx" presStyleLbl="alignAccFollowNode1" presStyleIdx="0" presStyleCnt="3">
        <dgm:presLayoutVars>
          <dgm:bulletEnabled val="1"/>
        </dgm:presLayoutVars>
      </dgm:prSet>
      <dgm:spPr/>
    </dgm:pt>
    <dgm:pt modelId="{9A59152D-58C4-AC43-80E4-0453E3DDDEEE}" type="pres">
      <dgm:prSet presAssocID="{9B5A65ED-2D3E-405E-9A75-B509D5809D9F}" presName="space" presStyleCnt="0"/>
      <dgm:spPr/>
    </dgm:pt>
    <dgm:pt modelId="{35D8F92A-9142-6144-B48E-7F84F07F3DC6}" type="pres">
      <dgm:prSet presAssocID="{DBACDD40-8A01-4461-AD34-09AC20DE291F}" presName="composite" presStyleCnt="0"/>
      <dgm:spPr/>
    </dgm:pt>
    <dgm:pt modelId="{F4EB7579-AA74-B843-B00F-590B5730468F}" type="pres">
      <dgm:prSet presAssocID="{DBACDD40-8A01-4461-AD34-09AC20DE291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B7A949C-30C8-3E49-BEAE-CC75FC695EB1}" type="pres">
      <dgm:prSet presAssocID="{DBACDD40-8A01-4461-AD34-09AC20DE291F}" presName="desTx" presStyleLbl="alignAccFollowNode1" presStyleIdx="1" presStyleCnt="3">
        <dgm:presLayoutVars>
          <dgm:bulletEnabled val="1"/>
        </dgm:presLayoutVars>
      </dgm:prSet>
      <dgm:spPr/>
    </dgm:pt>
    <dgm:pt modelId="{88D21489-8415-2648-9AA4-9A2242C19F81}" type="pres">
      <dgm:prSet presAssocID="{9C43DC32-2654-4F13-8E99-F956C5963E31}" presName="space" presStyleCnt="0"/>
      <dgm:spPr/>
    </dgm:pt>
    <dgm:pt modelId="{4B7F4794-FF59-224E-AEEA-DBCF9246A767}" type="pres">
      <dgm:prSet presAssocID="{2460DB16-BB33-407D-8699-C88CA84B92B2}" presName="composite" presStyleCnt="0"/>
      <dgm:spPr/>
    </dgm:pt>
    <dgm:pt modelId="{8934413A-14B8-E547-9B09-965B08C5134B}" type="pres">
      <dgm:prSet presAssocID="{2460DB16-BB33-407D-8699-C88CA84B92B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29D4D07-CF60-1440-9736-BF9207F92159}" type="pres">
      <dgm:prSet presAssocID="{2460DB16-BB33-407D-8699-C88CA84B92B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A55A10A-ADD4-4258-8BC0-85836A2F7D7E}" srcId="{FD7E1EB1-D02C-44C0-918C-F89AF1EAD978}" destId="{0DE519D8-0F37-4AB4-9942-9F1E69A38587}" srcOrd="1" destOrd="0" parTransId="{B5116E65-FF10-4D90-BEF0-ABDF3041D82E}" sibTransId="{31FFAA90-95D1-412A-B3CF-FBAFA831AECA}"/>
    <dgm:cxn modelId="{6F615B0D-2B96-3241-854B-80F1C14B7EBF}" type="presOf" srcId="{670F548F-15C9-4397-8062-AE1354C5E882}" destId="{5B7A949C-30C8-3E49-BEAE-CC75FC695EB1}" srcOrd="0" destOrd="0" presId="urn:microsoft.com/office/officeart/2005/8/layout/hList1"/>
    <dgm:cxn modelId="{9D99FC26-2D76-4F6A-B580-7037DBFEB3A7}" srcId="{DBACDD40-8A01-4461-AD34-09AC20DE291F}" destId="{0213E609-6254-4238-A895-B8E1ED86C2B0}" srcOrd="3" destOrd="0" parTransId="{95F4246C-3A73-48D3-9938-0C66F80C18BB}" sibTransId="{4AD75D77-DBE0-40AF-90DF-5138BBD32037}"/>
    <dgm:cxn modelId="{3585C62A-BD1F-4B1E-B927-71166D783A02}" srcId="{FD7E1EB1-D02C-44C0-918C-F89AF1EAD978}" destId="{E89B7726-F664-4611-B950-1AB847892D06}" srcOrd="0" destOrd="0" parTransId="{ED809C0B-F19A-45B7-9161-1A7CBDF68576}" sibTransId="{FB04153A-2671-40D1-B6FE-3441705F68E9}"/>
    <dgm:cxn modelId="{FDBCE02D-92D0-294C-9631-9EC7C36CC1D9}" type="presOf" srcId="{6ED4FD97-6089-42E0-8A4D-AE08D72D0B1B}" destId="{5B7A949C-30C8-3E49-BEAE-CC75FC695EB1}" srcOrd="0" destOrd="2" presId="urn:microsoft.com/office/officeart/2005/8/layout/hList1"/>
    <dgm:cxn modelId="{0DFFF13F-A952-41C7-B331-A100D05BAF1A}" srcId="{DBACDD40-8A01-4461-AD34-09AC20DE291F}" destId="{24C8F3D7-2F9D-4CA9-A33A-B20059FB3E7F}" srcOrd="1" destOrd="0" parTransId="{F5139623-EE8F-45C1-8EE1-A824633CA4B0}" sibTransId="{CAEDAB98-26A8-44B7-A1E7-9C5498F69196}"/>
    <dgm:cxn modelId="{8CFF8545-2C1F-4205-A1BA-1A539B8EBEE0}" srcId="{FD7E1EB1-D02C-44C0-918C-F89AF1EAD978}" destId="{51E29352-39F8-4321-88F0-200312EB9AB8}" srcOrd="2" destOrd="0" parTransId="{B19BED12-3346-4B84-8501-E7B05F188719}" sibTransId="{7100027E-4300-4CBC-84EE-EA2D1EEE0672}"/>
    <dgm:cxn modelId="{1DC08650-A4EC-4BF9-8A28-CF2CB88A961A}" srcId="{2460DB16-BB33-407D-8699-C88CA84B92B2}" destId="{D2E27D0E-575E-4D8D-9CA2-D80B2690CAE6}" srcOrd="3" destOrd="0" parTransId="{1A495B45-A669-480C-AADF-DD7AA23E9FE6}" sibTransId="{A501CE76-F928-4465-A0AA-E6FDD1DDB369}"/>
    <dgm:cxn modelId="{BE69125A-D3B3-3446-B9C2-7D4DE756DC69}" type="presOf" srcId="{D2E27D0E-575E-4D8D-9CA2-D80B2690CAE6}" destId="{629D4D07-CF60-1440-9736-BF9207F92159}" srcOrd="0" destOrd="3" presId="urn:microsoft.com/office/officeart/2005/8/layout/hList1"/>
    <dgm:cxn modelId="{B1A30B64-377B-9E43-A6DD-EF576BAA1FC4}" type="presOf" srcId="{ABDD8CA1-A8B9-479B-B782-FC2D607C8A2C}" destId="{629D4D07-CF60-1440-9736-BF9207F92159}" srcOrd="0" destOrd="1" presId="urn:microsoft.com/office/officeart/2005/8/layout/hList1"/>
    <dgm:cxn modelId="{F5451467-2C19-524D-B88A-3AD913A8FCB7}" type="presOf" srcId="{0213E609-6254-4238-A895-B8E1ED86C2B0}" destId="{5B7A949C-30C8-3E49-BEAE-CC75FC695EB1}" srcOrd="0" destOrd="3" presId="urn:microsoft.com/office/officeart/2005/8/layout/hList1"/>
    <dgm:cxn modelId="{60B39067-FB94-3A44-A3C6-723D880B67B5}" type="presOf" srcId="{24C8F3D7-2F9D-4CA9-A33A-B20059FB3E7F}" destId="{5B7A949C-30C8-3E49-BEAE-CC75FC695EB1}" srcOrd="0" destOrd="1" presId="urn:microsoft.com/office/officeart/2005/8/layout/hList1"/>
    <dgm:cxn modelId="{64C6AB70-D9E6-40AB-AC9B-053B05EFFB6E}" srcId="{78707AD2-1C8C-4023-A794-C4943D749072}" destId="{DBACDD40-8A01-4461-AD34-09AC20DE291F}" srcOrd="1" destOrd="0" parTransId="{15C930E3-7F95-4E29-AADB-C37911F0D49D}" sibTransId="{9C43DC32-2654-4F13-8E99-F956C5963E31}"/>
    <dgm:cxn modelId="{EDA1897D-18EF-4C1C-9DED-315752046481}" srcId="{2460DB16-BB33-407D-8699-C88CA84B92B2}" destId="{D3DEBBE3-96C5-4552-BE0C-363E096A2055}" srcOrd="0" destOrd="0" parTransId="{CCD0C207-4AD6-444B-960F-74E9A67270C0}" sibTransId="{B2270995-B716-484E-8EB3-294FEFEE824E}"/>
    <dgm:cxn modelId="{63CFDE80-EDF2-C44E-82C6-B0DE5C8F581F}" type="presOf" srcId="{51E29352-39F8-4321-88F0-200312EB9AB8}" destId="{E7221FE7-A225-2242-8DED-07312FF49387}" srcOrd="0" destOrd="2" presId="urn:microsoft.com/office/officeart/2005/8/layout/hList1"/>
    <dgm:cxn modelId="{777F7D89-AFB9-9D4C-B105-071F5E0AF0B5}" type="presOf" srcId="{2F46BAE5-4672-45C4-AEC8-BB827EBDE63D}" destId="{629D4D07-CF60-1440-9736-BF9207F92159}" srcOrd="0" destOrd="2" presId="urn:microsoft.com/office/officeart/2005/8/layout/hList1"/>
    <dgm:cxn modelId="{919B9292-E40B-44EA-A685-30D7C6C14282}" srcId="{78707AD2-1C8C-4023-A794-C4943D749072}" destId="{2460DB16-BB33-407D-8699-C88CA84B92B2}" srcOrd="2" destOrd="0" parTransId="{123A7F6D-6475-4068-BC16-7C9291E80CFF}" sibTransId="{23E0D79C-870F-4B82-B10E-25FDE3849C0D}"/>
    <dgm:cxn modelId="{ACE48E96-4952-A245-A8B3-9E39783178E1}" type="presOf" srcId="{FD7E1EB1-D02C-44C0-918C-F89AF1EAD978}" destId="{AFF7B180-28DA-E14C-B36D-2BFBF464DEDC}" srcOrd="0" destOrd="0" presId="urn:microsoft.com/office/officeart/2005/8/layout/hList1"/>
    <dgm:cxn modelId="{0316D9AA-E0C9-AE4D-A770-5D0F1B1659AF}" type="presOf" srcId="{2460DB16-BB33-407D-8699-C88CA84B92B2}" destId="{8934413A-14B8-E547-9B09-965B08C5134B}" srcOrd="0" destOrd="0" presId="urn:microsoft.com/office/officeart/2005/8/layout/hList1"/>
    <dgm:cxn modelId="{442605B1-B375-0B48-AE41-3BC3EC14693A}" type="presOf" srcId="{0DE519D8-0F37-4AB4-9942-9F1E69A38587}" destId="{E7221FE7-A225-2242-8DED-07312FF49387}" srcOrd="0" destOrd="1" presId="urn:microsoft.com/office/officeart/2005/8/layout/hList1"/>
    <dgm:cxn modelId="{01E07AB2-B095-4953-9662-E8343FA46FFE}" srcId="{2460DB16-BB33-407D-8699-C88CA84B92B2}" destId="{2F46BAE5-4672-45C4-AEC8-BB827EBDE63D}" srcOrd="2" destOrd="0" parTransId="{79638E43-DB9B-4F43-A32E-F338912C328E}" sibTransId="{3A8D0577-C46F-4BA8-A178-378C0E8ECB51}"/>
    <dgm:cxn modelId="{3A7301B4-DC0C-4733-9E05-72FEC0AB7972}" srcId="{2460DB16-BB33-407D-8699-C88CA84B92B2}" destId="{ABDD8CA1-A8B9-479B-B782-FC2D607C8A2C}" srcOrd="1" destOrd="0" parTransId="{81714921-D1FE-473E-B5C9-DCD9127EEC67}" sibTransId="{3F9421D8-83DC-4B1C-AC16-7C8456797EBF}"/>
    <dgm:cxn modelId="{23C4C3B5-6A85-EF4A-B9C4-E1F38F6C53C7}" type="presOf" srcId="{E89B7726-F664-4611-B950-1AB847892D06}" destId="{E7221FE7-A225-2242-8DED-07312FF49387}" srcOrd="0" destOrd="0" presId="urn:microsoft.com/office/officeart/2005/8/layout/hList1"/>
    <dgm:cxn modelId="{EB0917BA-7584-984A-96B9-0E4F7450D643}" type="presOf" srcId="{DBACDD40-8A01-4461-AD34-09AC20DE291F}" destId="{F4EB7579-AA74-B843-B00F-590B5730468F}" srcOrd="0" destOrd="0" presId="urn:microsoft.com/office/officeart/2005/8/layout/hList1"/>
    <dgm:cxn modelId="{438C8FCD-D5D3-674E-B7E2-0BEBF5092CBF}" type="presOf" srcId="{78707AD2-1C8C-4023-A794-C4943D749072}" destId="{FA4D00F4-9E93-BA4A-8654-5F7DCD735752}" srcOrd="0" destOrd="0" presId="urn:microsoft.com/office/officeart/2005/8/layout/hList1"/>
    <dgm:cxn modelId="{AFE09FD9-3F34-4F64-84C7-FB7EEC1A9DFE}" srcId="{78707AD2-1C8C-4023-A794-C4943D749072}" destId="{FD7E1EB1-D02C-44C0-918C-F89AF1EAD978}" srcOrd="0" destOrd="0" parTransId="{4B5CD1ED-9A96-4FBB-BE05-9D6ABA55126C}" sibTransId="{9B5A65ED-2D3E-405E-9A75-B509D5809D9F}"/>
    <dgm:cxn modelId="{31980BE3-022A-CA40-9D4C-174E53BDFAA2}" type="presOf" srcId="{D3DEBBE3-96C5-4552-BE0C-363E096A2055}" destId="{629D4D07-CF60-1440-9736-BF9207F92159}" srcOrd="0" destOrd="0" presId="urn:microsoft.com/office/officeart/2005/8/layout/hList1"/>
    <dgm:cxn modelId="{B3A93BEA-CEE2-40B2-93DB-957AA0C3626A}" srcId="{DBACDD40-8A01-4461-AD34-09AC20DE291F}" destId="{6ED4FD97-6089-42E0-8A4D-AE08D72D0B1B}" srcOrd="2" destOrd="0" parTransId="{5AB0897A-D9AD-4E14-89D9-E7AA3E04606E}" sibTransId="{EE48990B-120A-43A3-8C78-3F4FCCC6FB7F}"/>
    <dgm:cxn modelId="{E716B6EF-BB4A-4F54-AC1A-AA31844CA2A1}" srcId="{DBACDD40-8A01-4461-AD34-09AC20DE291F}" destId="{670F548F-15C9-4397-8062-AE1354C5E882}" srcOrd="0" destOrd="0" parTransId="{E81F18D9-6A95-4EEB-B953-59455015C80F}" sibTransId="{7791F02D-B001-4E4A-8D25-A5E25558B6E8}"/>
    <dgm:cxn modelId="{A082DEF9-9E45-7342-A39A-6D9AA524ABC5}" type="presParOf" srcId="{FA4D00F4-9E93-BA4A-8654-5F7DCD735752}" destId="{8E757174-4BF1-654B-A375-AD84C444EFB9}" srcOrd="0" destOrd="0" presId="urn:microsoft.com/office/officeart/2005/8/layout/hList1"/>
    <dgm:cxn modelId="{50D65F80-23C2-364E-960A-5A41BC1E2A53}" type="presParOf" srcId="{8E757174-4BF1-654B-A375-AD84C444EFB9}" destId="{AFF7B180-28DA-E14C-B36D-2BFBF464DEDC}" srcOrd="0" destOrd="0" presId="urn:microsoft.com/office/officeart/2005/8/layout/hList1"/>
    <dgm:cxn modelId="{46237D00-7DD5-ED45-9392-3FDB98D7CBA9}" type="presParOf" srcId="{8E757174-4BF1-654B-A375-AD84C444EFB9}" destId="{E7221FE7-A225-2242-8DED-07312FF49387}" srcOrd="1" destOrd="0" presId="urn:microsoft.com/office/officeart/2005/8/layout/hList1"/>
    <dgm:cxn modelId="{19324862-51DD-9742-A9E8-9CA687200DD1}" type="presParOf" srcId="{FA4D00F4-9E93-BA4A-8654-5F7DCD735752}" destId="{9A59152D-58C4-AC43-80E4-0453E3DDDEEE}" srcOrd="1" destOrd="0" presId="urn:microsoft.com/office/officeart/2005/8/layout/hList1"/>
    <dgm:cxn modelId="{DF0CF0E0-6CA5-224D-887E-C9048886A5A4}" type="presParOf" srcId="{FA4D00F4-9E93-BA4A-8654-5F7DCD735752}" destId="{35D8F92A-9142-6144-B48E-7F84F07F3DC6}" srcOrd="2" destOrd="0" presId="urn:microsoft.com/office/officeart/2005/8/layout/hList1"/>
    <dgm:cxn modelId="{8B0BDFEA-85EF-564E-AE51-24F7CECB25E3}" type="presParOf" srcId="{35D8F92A-9142-6144-B48E-7F84F07F3DC6}" destId="{F4EB7579-AA74-B843-B00F-590B5730468F}" srcOrd="0" destOrd="0" presId="urn:microsoft.com/office/officeart/2005/8/layout/hList1"/>
    <dgm:cxn modelId="{C2854595-F43D-904F-B732-0D299E876F6D}" type="presParOf" srcId="{35D8F92A-9142-6144-B48E-7F84F07F3DC6}" destId="{5B7A949C-30C8-3E49-BEAE-CC75FC695EB1}" srcOrd="1" destOrd="0" presId="urn:microsoft.com/office/officeart/2005/8/layout/hList1"/>
    <dgm:cxn modelId="{9152C219-923C-A041-93D7-082E40FD8783}" type="presParOf" srcId="{FA4D00F4-9E93-BA4A-8654-5F7DCD735752}" destId="{88D21489-8415-2648-9AA4-9A2242C19F81}" srcOrd="3" destOrd="0" presId="urn:microsoft.com/office/officeart/2005/8/layout/hList1"/>
    <dgm:cxn modelId="{17D16712-2599-C443-B2AF-E591048C122B}" type="presParOf" srcId="{FA4D00F4-9E93-BA4A-8654-5F7DCD735752}" destId="{4B7F4794-FF59-224E-AEEA-DBCF9246A767}" srcOrd="4" destOrd="0" presId="urn:microsoft.com/office/officeart/2005/8/layout/hList1"/>
    <dgm:cxn modelId="{916C797F-209B-F64F-A6F9-9B9D6117E5A8}" type="presParOf" srcId="{4B7F4794-FF59-224E-AEEA-DBCF9246A767}" destId="{8934413A-14B8-E547-9B09-965B08C5134B}" srcOrd="0" destOrd="0" presId="urn:microsoft.com/office/officeart/2005/8/layout/hList1"/>
    <dgm:cxn modelId="{9EC6797D-0AFE-7D46-8E49-196AB1B15B56}" type="presParOf" srcId="{4B7F4794-FF59-224E-AEEA-DBCF9246A767}" destId="{629D4D07-CF60-1440-9736-BF9207F9215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B43C1B-8508-E44D-9023-5D951A4E7DF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12194A-AD3C-BB43-8BE4-5F2C8D8A83C3}">
      <dgm:prSet/>
      <dgm:spPr/>
      <dgm:t>
        <a:bodyPr/>
        <a:lstStyle/>
        <a:p>
          <a:r>
            <a:rPr lang="en-CA"/>
            <a:t>Method 1 - Mean of Ratios: </a:t>
          </a:r>
        </a:p>
      </dgm:t>
    </dgm:pt>
    <dgm:pt modelId="{B09F6A31-582B-6043-9A5B-44FAEAD8606E}" type="parTrans" cxnId="{B4D16B1B-DC2D-434D-BE64-C09AE1EFF381}">
      <dgm:prSet/>
      <dgm:spPr/>
      <dgm:t>
        <a:bodyPr/>
        <a:lstStyle/>
        <a:p>
          <a:endParaRPr lang="en-US"/>
        </a:p>
      </dgm:t>
    </dgm:pt>
    <dgm:pt modelId="{2EF09D3E-B3DF-824E-AB66-9983C09776F6}" type="sibTrans" cxnId="{B4D16B1B-DC2D-434D-BE64-C09AE1EFF381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4D0429D5-B754-0847-B4BB-74AB867C4E0F}">
          <dgm:prSet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𝑀𝐴𝐶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𝑚𝑒𝑎𝑛</m:t>
                    </m:r>
                    <m:d>
                      <m:dPr>
                        <m:ctrlPr>
                          <a:rPr lang="en-CA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CA" b="0" i="1">
                                    <a:latin typeface="Cambria Math" panose="02040503050406030204" pitchFamily="18" charset="0"/>
                                  </a:rPr>
                                  <m:t>𝑎𝑏𝑠</m:t>
                                </m:r>
                              </m:sub>
                            </m:sSub>
                          </m:num>
                          <m:den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𝐸𝐶</m:t>
                            </m:r>
                          </m:den>
                        </m:f>
                      </m:e>
                    </m:d>
                    <m:r>
                      <a:rPr lang="en-CA" b="0" i="1">
                        <a:latin typeface="Cambria Math" panose="02040503050406030204" pitchFamily="18" charset="0"/>
                      </a:rPr>
                      <m:t>=11.15</m:t>
                    </m:r>
                    <m:r>
                      <m:rPr>
                        <m:nor/>
                      </m:rPr>
                      <a:rPr lang="en-CA" b="0" i="0"/>
                      <m:t> </m:t>
                    </m:r>
                    <m:f>
                      <m:fPr>
                        <m:ctrlPr>
                          <a:rPr lang="en-CA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m:oMathPara>
              </a14:m>
              <a:endParaRPr lang="en-CA"/>
            </a:p>
          </dgm:t>
        </dgm:pt>
      </mc:Choice>
      <mc:Fallback xmlns="">
        <dgm:pt modelId="{4D0429D5-B754-0847-B4BB-74AB867C4E0F}">
          <dgm:prSet/>
          <dgm:spPr/>
          <dgm:t>
            <a:bodyPr/>
            <a:lstStyle/>
            <a:p>
              <a:r>
                <a:rPr lang="en-CA" b="0" i="0"/>
                <a:t>𝑀𝐴𝐶=𝑚𝑒𝑎𝑛(𝐹_𝑎𝑏𝑠/𝐸𝐶)=11.15</a:t>
              </a:r>
              <a:r>
                <a:rPr lang="en-CA" b="0" i="0">
                  <a:latin typeface="Cambria Math" panose="02040503050406030204" pitchFamily="18" charset="0"/>
                </a:rPr>
                <a:t>" </a:t>
              </a:r>
              <a:r>
                <a:rPr lang="en-CA" b="0" i="0"/>
                <a:t>"  𝑚^2/𝑔</a:t>
              </a:r>
              <a:endParaRPr lang="en-CA"/>
            </a:p>
          </dgm:t>
        </dgm:pt>
      </mc:Fallback>
    </mc:AlternateContent>
    <dgm:pt modelId="{0F74D478-9355-F144-860D-0C64ABC97352}" type="parTrans" cxnId="{1B6C32FC-056E-0E41-869A-4E51D6357766}">
      <dgm:prSet/>
      <dgm:spPr/>
      <dgm:t>
        <a:bodyPr/>
        <a:lstStyle/>
        <a:p>
          <a:endParaRPr lang="en-US"/>
        </a:p>
      </dgm:t>
    </dgm:pt>
    <dgm:pt modelId="{A9BD4EC0-3048-BA45-94D8-B5D314B614C2}" type="sibTrans" cxnId="{1B6C32FC-056E-0E41-869A-4E51D6357766}">
      <dgm:prSet/>
      <dgm:spPr/>
      <dgm:t>
        <a:bodyPr/>
        <a:lstStyle/>
        <a:p>
          <a:endParaRPr lang="en-US"/>
        </a:p>
      </dgm:t>
    </dgm:pt>
    <dgm:pt modelId="{AAAAD1FF-B7AB-B842-A04B-26D6A95D54C0}">
      <dgm:prSet/>
      <dgm:spPr/>
      <dgm:t>
        <a:bodyPr/>
        <a:lstStyle/>
        <a:p>
          <a:r>
            <a:rPr lang="en-CA"/>
            <a:t>Method 2 - Ratio of Means:</a:t>
          </a:r>
        </a:p>
      </dgm:t>
    </dgm:pt>
    <dgm:pt modelId="{FB1F8060-2E17-654B-8F3D-28D49E13FC05}" type="parTrans" cxnId="{DBC54248-8443-E245-8C91-40AC557BB8E3}">
      <dgm:prSet/>
      <dgm:spPr/>
      <dgm:t>
        <a:bodyPr/>
        <a:lstStyle/>
        <a:p>
          <a:endParaRPr lang="en-US"/>
        </a:p>
      </dgm:t>
    </dgm:pt>
    <dgm:pt modelId="{F1D6E832-408C-0445-89FC-F039B25F4BE7}" type="sibTrans" cxnId="{DBC54248-8443-E245-8C91-40AC557BB8E3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A5F1416-AB41-A542-A17A-CE0324EF5486}">
          <dgm:prSet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𝑀𝐴𝐶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𝑎𝑏𝑠</m:t>
                            </m:r>
                          </m:sub>
                        </m:sSub>
                        <m:r>
                          <a:rPr lang="en-CA" b="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𝑚𝑒𝑎𝑛</m:t>
                        </m:r>
                        <m:r>
                          <a:rPr lang="en-CA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𝐸𝐶</m:t>
                        </m:r>
                        <m:r>
                          <a:rPr lang="en-CA" b="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CA" b="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CA" b="0" i="0" smtClean="0"/>
                      <m:t>09</m:t>
                    </m:r>
                    <m:r>
                      <m:rPr>
                        <m:nor/>
                      </m:rPr>
                      <a:rPr lang="en-CA" b="0" i="0"/>
                      <m:t> </m:t>
                    </m:r>
                    <m:f>
                      <m:fPr>
                        <m:ctrlPr>
                          <a:rPr lang="en-CA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m:oMathPara>
              </a14:m>
              <a:endParaRPr lang="en-CA" dirty="0"/>
            </a:p>
          </dgm:t>
        </dgm:pt>
      </mc:Choice>
      <mc:Fallback xmlns="">
        <dgm:pt modelId="{CA5F1416-AB41-A542-A17A-CE0324EF5486}">
          <dgm:prSet/>
          <dgm:spPr/>
          <dgm:t>
            <a:bodyPr/>
            <a:lstStyle/>
            <a:p>
              <a:r>
                <a:rPr lang="en-CA" b="0" i="0"/>
                <a:t>𝑀𝐴𝐶=</a:t>
              </a:r>
              <a:r>
                <a:rPr lang="en-CA" i="0"/>
                <a:t>(〖</a:t>
              </a:r>
              <a:r>
                <a:rPr lang="en-CA" b="0" i="0"/>
                <a:t>𝑚𝑒𝑎𝑛(𝐹〗_𝑎𝑏𝑠))/(𝑚𝑒𝑎𝑛(𝐸𝐶))=1</a:t>
              </a:r>
              <a:r>
                <a:rPr lang="en-CA" b="0" i="0">
                  <a:latin typeface="Cambria Math" panose="02040503050406030204" pitchFamily="18" charset="0"/>
                </a:rPr>
                <a:t>0</a:t>
              </a:r>
              <a:r>
                <a:rPr lang="en-CA" b="0" i="0"/>
                <a:t>.</a:t>
              </a:r>
              <a:r>
                <a:rPr lang="en-CA" b="0" i="0">
                  <a:latin typeface="Cambria Math" panose="02040503050406030204" pitchFamily="18" charset="0"/>
                </a:rPr>
                <a:t>"09 </a:t>
              </a:r>
              <a:r>
                <a:rPr lang="en-CA" b="0" i="0"/>
                <a:t>"  𝑚^2/𝑔</a:t>
              </a:r>
              <a:endParaRPr lang="en-CA" dirty="0"/>
            </a:p>
          </dgm:t>
        </dgm:pt>
      </mc:Fallback>
    </mc:AlternateContent>
    <dgm:pt modelId="{4FA3FA0E-A9EB-3B4A-9B3C-348620CBE359}" type="parTrans" cxnId="{B3918603-4BE4-7949-B775-85C7B1E09A19}">
      <dgm:prSet/>
      <dgm:spPr/>
      <dgm:t>
        <a:bodyPr/>
        <a:lstStyle/>
        <a:p>
          <a:endParaRPr lang="en-US"/>
        </a:p>
      </dgm:t>
    </dgm:pt>
    <dgm:pt modelId="{6074B6D4-3962-FE40-9546-7C64EDEB4A26}" type="sibTrans" cxnId="{B3918603-4BE4-7949-B775-85C7B1E09A19}">
      <dgm:prSet/>
      <dgm:spPr/>
      <dgm:t>
        <a:bodyPr/>
        <a:lstStyle/>
        <a:p>
          <a:endParaRPr lang="en-US"/>
        </a:p>
      </dgm:t>
    </dgm:pt>
    <dgm:pt modelId="{E8820143-9103-5147-94FB-BC34710DFA75}">
      <dgm:prSet/>
      <dgm:spPr/>
      <dgm:t>
        <a:bodyPr/>
        <a:lstStyle/>
        <a:p>
          <a:r>
            <a:rPr lang="en-CA"/>
            <a:t>Method 3 - Standard Regression:</a:t>
          </a:r>
        </a:p>
      </dgm:t>
    </dgm:pt>
    <dgm:pt modelId="{082126D7-930F-5B4D-B6AD-3BA634B7FDF4}" type="parTrans" cxnId="{FFF5E806-9C9F-DB41-A9A5-5A38B44626F9}">
      <dgm:prSet/>
      <dgm:spPr/>
      <dgm:t>
        <a:bodyPr/>
        <a:lstStyle/>
        <a:p>
          <a:endParaRPr lang="en-US"/>
        </a:p>
      </dgm:t>
    </dgm:pt>
    <dgm:pt modelId="{829919CB-F50B-7A48-ABF0-62F8F5C13C5A}" type="sibTrans" cxnId="{FFF5E806-9C9F-DB41-A9A5-5A38B44626F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5E820C60-0C47-9144-9F49-F635E3AE188B}">
          <dgm:prSet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𝑎𝑏𝑠</m:t>
                        </m:r>
                      </m:sub>
                    </m:sSub>
                    <m:r>
                      <a:rPr lang="en-CA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𝐸𝐶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𝑀𝐴𝐶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=4.20</m:t>
                    </m:r>
                    <m:r>
                      <m:rPr>
                        <m:nor/>
                      </m:rPr>
                      <a:rPr lang="en-CA" b="0" i="0"/>
                      <m:t> </m:t>
                    </m:r>
                    <m:f>
                      <m:fPr>
                        <m:ctrlPr>
                          <a:rPr lang="en-CA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m:oMathPara>
              </a14:m>
              <a:endParaRPr lang="en-CA"/>
            </a:p>
          </dgm:t>
        </dgm:pt>
      </mc:Choice>
      <mc:Fallback xmlns="">
        <dgm:pt modelId="{5E820C60-0C47-9144-9F49-F635E3AE188B}">
          <dgm:prSet/>
          <dgm:spPr/>
          <dgm:t>
            <a:bodyPr/>
            <a:lstStyle/>
            <a:p>
              <a:r>
                <a:rPr lang="en-CA" b="0" i="0"/>
                <a:t>𝐹_𝑎𝑏𝑠=𝑚∗𝐸𝐶+𝑏→𝑀𝐴𝐶=4.20</a:t>
              </a:r>
              <a:r>
                <a:rPr lang="en-CA" b="0" i="0">
                  <a:latin typeface="Cambria Math" panose="02040503050406030204" pitchFamily="18" charset="0"/>
                </a:rPr>
                <a:t>" </a:t>
              </a:r>
              <a:r>
                <a:rPr lang="en-CA" b="0" i="0"/>
                <a:t>"  𝑚^2/𝑔</a:t>
              </a:r>
              <a:endParaRPr lang="en-CA"/>
            </a:p>
          </dgm:t>
        </dgm:pt>
      </mc:Fallback>
    </mc:AlternateContent>
    <dgm:pt modelId="{731C48BC-565F-1848-92F1-C7C58E7B8B63}" type="parTrans" cxnId="{461C26EF-E03A-1F4C-B106-A9C0C1F73B78}">
      <dgm:prSet/>
      <dgm:spPr/>
      <dgm:t>
        <a:bodyPr/>
        <a:lstStyle/>
        <a:p>
          <a:endParaRPr lang="en-US"/>
        </a:p>
      </dgm:t>
    </dgm:pt>
    <dgm:pt modelId="{3B98F385-FD49-3E48-9920-2B428560AF09}" type="sibTrans" cxnId="{461C26EF-E03A-1F4C-B106-A9C0C1F73B78}">
      <dgm:prSet/>
      <dgm:spPr/>
      <dgm:t>
        <a:bodyPr/>
        <a:lstStyle/>
        <a:p>
          <a:endParaRPr lang="en-US"/>
        </a:p>
      </dgm:t>
    </dgm:pt>
    <dgm:pt modelId="{6FBF9CD2-3B87-6D42-BBEC-8C5118ED9E4B}">
      <dgm:prSet/>
      <dgm:spPr/>
      <dgm:t>
        <a:bodyPr/>
        <a:lstStyle/>
        <a:p>
          <a:r>
            <a:rPr lang="en-CA"/>
            <a:t>Method 4 - Origin Regression:</a:t>
          </a:r>
        </a:p>
      </dgm:t>
    </dgm:pt>
    <dgm:pt modelId="{D1E32FC8-A789-664A-8CA1-007B2D94FAD8}" type="parTrans" cxnId="{E63F07DE-9964-8D4E-A4CB-1DA188CF8930}">
      <dgm:prSet/>
      <dgm:spPr/>
      <dgm:t>
        <a:bodyPr/>
        <a:lstStyle/>
        <a:p>
          <a:endParaRPr lang="en-US"/>
        </a:p>
      </dgm:t>
    </dgm:pt>
    <dgm:pt modelId="{96B1905A-6EE6-9A49-886C-6D3EFC746C8D}" type="sibTrans" cxnId="{E63F07DE-9964-8D4E-A4CB-1DA188CF8930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B7E25F5F-6E49-484A-80A5-D3342FA4DDC8}">
          <dgm:prSet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𝑎𝑏𝑠</m:t>
                        </m:r>
                      </m:sub>
                    </m:sSub>
                    <m:r>
                      <a:rPr lang="en-CA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𝐸𝐶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𝑀𝐴𝐶</m:t>
                    </m:r>
                    <m:r>
                      <a:rPr lang="en-CA" b="0" i="1">
                        <a:latin typeface="Cambria Math" panose="02040503050406030204" pitchFamily="18" charset="0"/>
                      </a:rPr>
                      <m:t>=9.</m:t>
                    </m:r>
                    <m:r>
                      <m:rPr>
                        <m:nor/>
                      </m:rPr>
                      <a:rPr lang="en-CA" b="0" i="0"/>
                      <m:t>18 </m:t>
                    </m:r>
                    <m:f>
                      <m:fPr>
                        <m:ctrlPr>
                          <a:rPr lang="en-CA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CA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CA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CA" b="0" i="1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m:oMathPara>
              </a14:m>
              <a:endParaRPr lang="en-CA"/>
            </a:p>
          </dgm:t>
        </dgm:pt>
      </mc:Choice>
      <mc:Fallback xmlns="">
        <dgm:pt modelId="{B7E25F5F-6E49-484A-80A5-D3342FA4DDC8}">
          <dgm:prSet/>
          <dgm:spPr/>
          <dgm:t>
            <a:bodyPr/>
            <a:lstStyle/>
            <a:p>
              <a:r>
                <a:rPr lang="en-CA" b="0" i="0"/>
                <a:t>𝐹_𝑎𝑏𝑠=𝑚∗𝐸𝐶→𝑀𝐴𝐶=9.</a:t>
              </a:r>
              <a:r>
                <a:rPr lang="en-CA" b="0" i="0">
                  <a:latin typeface="Cambria Math" panose="02040503050406030204" pitchFamily="18" charset="0"/>
                </a:rPr>
                <a:t>"18 </a:t>
              </a:r>
              <a:r>
                <a:rPr lang="en-CA" b="0" i="0"/>
                <a:t>"  𝑚^2/𝑔</a:t>
              </a:r>
              <a:endParaRPr lang="en-CA"/>
            </a:p>
          </dgm:t>
        </dgm:pt>
      </mc:Fallback>
    </mc:AlternateContent>
    <dgm:pt modelId="{ED445ABF-D175-A64F-9630-7A8C2C2064E2}" type="parTrans" cxnId="{01955612-F15E-CB4B-8032-7EB05791B375}">
      <dgm:prSet/>
      <dgm:spPr/>
      <dgm:t>
        <a:bodyPr/>
        <a:lstStyle/>
        <a:p>
          <a:endParaRPr lang="en-US"/>
        </a:p>
      </dgm:t>
    </dgm:pt>
    <dgm:pt modelId="{232CFE6F-4628-0C4B-84EA-5284E5247419}" type="sibTrans" cxnId="{01955612-F15E-CB4B-8032-7EB05791B375}">
      <dgm:prSet/>
      <dgm:spPr/>
      <dgm:t>
        <a:bodyPr/>
        <a:lstStyle/>
        <a:p>
          <a:endParaRPr lang="en-US"/>
        </a:p>
      </dgm:t>
    </dgm:pt>
    <dgm:pt modelId="{02605B78-52D8-4A4A-8DDE-D6ED0CDA0E23}" type="pres">
      <dgm:prSet presAssocID="{11B43C1B-8508-E44D-9023-5D951A4E7DF5}" presName="Name0" presStyleCnt="0">
        <dgm:presLayoutVars>
          <dgm:dir/>
          <dgm:animLvl val="lvl"/>
          <dgm:resizeHandles val="exact"/>
        </dgm:presLayoutVars>
      </dgm:prSet>
      <dgm:spPr/>
    </dgm:pt>
    <dgm:pt modelId="{AD5E4283-B33B-8A4C-B178-72A9A3724D44}" type="pres">
      <dgm:prSet presAssocID="{9012194A-AD3C-BB43-8BE4-5F2C8D8A83C3}" presName="linNode" presStyleCnt="0"/>
      <dgm:spPr/>
    </dgm:pt>
    <dgm:pt modelId="{4FB08220-B2A5-EE4E-B5AE-9B9FC5289E56}" type="pres">
      <dgm:prSet presAssocID="{9012194A-AD3C-BB43-8BE4-5F2C8D8A83C3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A85F70F4-D8C2-4D49-B606-0FA60CE4BA6F}" type="pres">
      <dgm:prSet presAssocID="{9012194A-AD3C-BB43-8BE4-5F2C8D8A83C3}" presName="descendantText" presStyleLbl="alignAccFollowNode1" presStyleIdx="0" presStyleCnt="4">
        <dgm:presLayoutVars>
          <dgm:bulletEnabled val="1"/>
        </dgm:presLayoutVars>
      </dgm:prSet>
      <dgm:spPr/>
    </dgm:pt>
    <dgm:pt modelId="{8510E279-7F9D-3F4E-857C-D1243B3C0820}" type="pres">
      <dgm:prSet presAssocID="{2EF09D3E-B3DF-824E-AB66-9983C09776F6}" presName="sp" presStyleCnt="0"/>
      <dgm:spPr/>
    </dgm:pt>
    <dgm:pt modelId="{53F2B3E3-DA45-C045-AFC6-4E1340BE2421}" type="pres">
      <dgm:prSet presAssocID="{AAAAD1FF-B7AB-B842-A04B-26D6A95D54C0}" presName="linNode" presStyleCnt="0"/>
      <dgm:spPr/>
    </dgm:pt>
    <dgm:pt modelId="{8537A6E8-4F37-574F-A0CC-65A25293FB5F}" type="pres">
      <dgm:prSet presAssocID="{AAAAD1FF-B7AB-B842-A04B-26D6A95D54C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CA0FBA9-84CC-8846-9887-C8FB4853D06F}" type="pres">
      <dgm:prSet presAssocID="{AAAAD1FF-B7AB-B842-A04B-26D6A95D54C0}" presName="descendantText" presStyleLbl="alignAccFollowNode1" presStyleIdx="1" presStyleCnt="4">
        <dgm:presLayoutVars>
          <dgm:bulletEnabled val="1"/>
        </dgm:presLayoutVars>
      </dgm:prSet>
      <dgm:spPr/>
    </dgm:pt>
    <dgm:pt modelId="{D57D5EE6-F3A7-B443-94AC-84230EE07F1E}" type="pres">
      <dgm:prSet presAssocID="{F1D6E832-408C-0445-89FC-F039B25F4BE7}" presName="sp" presStyleCnt="0"/>
      <dgm:spPr/>
    </dgm:pt>
    <dgm:pt modelId="{96AC0E8C-E62B-B94E-ADB0-094E12B8CCF6}" type="pres">
      <dgm:prSet presAssocID="{E8820143-9103-5147-94FB-BC34710DFA75}" presName="linNode" presStyleCnt="0"/>
      <dgm:spPr/>
    </dgm:pt>
    <dgm:pt modelId="{FAF02E55-5538-4C44-96BD-FA280421FE45}" type="pres">
      <dgm:prSet presAssocID="{E8820143-9103-5147-94FB-BC34710DFA7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6FE07A59-5F34-0043-81E5-3478AFCD69EA}" type="pres">
      <dgm:prSet presAssocID="{E8820143-9103-5147-94FB-BC34710DFA75}" presName="descendantText" presStyleLbl="alignAccFollowNode1" presStyleIdx="2" presStyleCnt="4">
        <dgm:presLayoutVars>
          <dgm:bulletEnabled val="1"/>
        </dgm:presLayoutVars>
      </dgm:prSet>
      <dgm:spPr/>
    </dgm:pt>
    <dgm:pt modelId="{F2587145-8D51-B34B-8CAD-C01907618FAD}" type="pres">
      <dgm:prSet presAssocID="{829919CB-F50B-7A48-ABF0-62F8F5C13C5A}" presName="sp" presStyleCnt="0"/>
      <dgm:spPr/>
    </dgm:pt>
    <dgm:pt modelId="{C0637371-1324-BF4B-97FA-2A65D7742274}" type="pres">
      <dgm:prSet presAssocID="{6FBF9CD2-3B87-6D42-BBEC-8C5118ED9E4B}" presName="linNode" presStyleCnt="0"/>
      <dgm:spPr/>
    </dgm:pt>
    <dgm:pt modelId="{72B6A7BA-35B0-FA42-9B36-80284669A500}" type="pres">
      <dgm:prSet presAssocID="{6FBF9CD2-3B87-6D42-BBEC-8C5118ED9E4B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B1135BBC-0593-4A48-B752-8436A465D663}" type="pres">
      <dgm:prSet presAssocID="{6FBF9CD2-3B87-6D42-BBEC-8C5118ED9E4B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B3918603-4BE4-7949-B775-85C7B1E09A19}" srcId="{AAAAD1FF-B7AB-B842-A04B-26D6A95D54C0}" destId="{CA5F1416-AB41-A542-A17A-CE0324EF5486}" srcOrd="0" destOrd="0" parTransId="{4FA3FA0E-A9EB-3B4A-9B3C-348620CBE359}" sibTransId="{6074B6D4-3962-FE40-9546-7C64EDEB4A26}"/>
    <dgm:cxn modelId="{FFF5E806-9C9F-DB41-A9A5-5A38B44626F9}" srcId="{11B43C1B-8508-E44D-9023-5D951A4E7DF5}" destId="{E8820143-9103-5147-94FB-BC34710DFA75}" srcOrd="2" destOrd="0" parTransId="{082126D7-930F-5B4D-B6AD-3BA634B7FDF4}" sibTransId="{829919CB-F50B-7A48-ABF0-62F8F5C13C5A}"/>
    <dgm:cxn modelId="{01955612-F15E-CB4B-8032-7EB05791B375}" srcId="{6FBF9CD2-3B87-6D42-BBEC-8C5118ED9E4B}" destId="{B7E25F5F-6E49-484A-80A5-D3342FA4DDC8}" srcOrd="0" destOrd="0" parTransId="{ED445ABF-D175-A64F-9630-7A8C2C2064E2}" sibTransId="{232CFE6F-4628-0C4B-84EA-5284E5247419}"/>
    <dgm:cxn modelId="{B4D16B1B-DC2D-434D-BE64-C09AE1EFF381}" srcId="{11B43C1B-8508-E44D-9023-5D951A4E7DF5}" destId="{9012194A-AD3C-BB43-8BE4-5F2C8D8A83C3}" srcOrd="0" destOrd="0" parTransId="{B09F6A31-582B-6043-9A5B-44FAEAD8606E}" sibTransId="{2EF09D3E-B3DF-824E-AB66-9983C09776F6}"/>
    <dgm:cxn modelId="{42E5901C-59D3-7D4E-8EC2-C2FB8A8F71DE}" type="presOf" srcId="{AAAAD1FF-B7AB-B842-A04B-26D6A95D54C0}" destId="{8537A6E8-4F37-574F-A0CC-65A25293FB5F}" srcOrd="0" destOrd="0" presId="urn:microsoft.com/office/officeart/2005/8/layout/vList5"/>
    <dgm:cxn modelId="{DBC54248-8443-E245-8C91-40AC557BB8E3}" srcId="{11B43C1B-8508-E44D-9023-5D951A4E7DF5}" destId="{AAAAD1FF-B7AB-B842-A04B-26D6A95D54C0}" srcOrd="1" destOrd="0" parTransId="{FB1F8060-2E17-654B-8F3D-28D49E13FC05}" sibTransId="{F1D6E832-408C-0445-89FC-F039B25F4BE7}"/>
    <dgm:cxn modelId="{193A114C-83FC-A242-BCFC-7A6930EB8399}" type="presOf" srcId="{4D0429D5-B754-0847-B4BB-74AB867C4E0F}" destId="{A85F70F4-D8C2-4D49-B606-0FA60CE4BA6F}" srcOrd="0" destOrd="0" presId="urn:microsoft.com/office/officeart/2005/8/layout/vList5"/>
    <dgm:cxn modelId="{177E28B1-D298-B94B-B4BE-451E7A36578C}" type="presOf" srcId="{E8820143-9103-5147-94FB-BC34710DFA75}" destId="{FAF02E55-5538-4C44-96BD-FA280421FE45}" srcOrd="0" destOrd="0" presId="urn:microsoft.com/office/officeart/2005/8/layout/vList5"/>
    <dgm:cxn modelId="{AD919CB5-FE89-5848-A024-296FB52954C9}" type="presOf" srcId="{CA5F1416-AB41-A542-A17A-CE0324EF5486}" destId="{ACA0FBA9-84CC-8846-9887-C8FB4853D06F}" srcOrd="0" destOrd="0" presId="urn:microsoft.com/office/officeart/2005/8/layout/vList5"/>
    <dgm:cxn modelId="{71489CBF-3D5E-364C-B34E-D3AF6DE2EDEC}" type="presOf" srcId="{6FBF9CD2-3B87-6D42-BBEC-8C5118ED9E4B}" destId="{72B6A7BA-35B0-FA42-9B36-80284669A500}" srcOrd="0" destOrd="0" presId="urn:microsoft.com/office/officeart/2005/8/layout/vList5"/>
    <dgm:cxn modelId="{C5D3A8C0-9B93-9040-8C8E-49FCAB245EA4}" type="presOf" srcId="{B7E25F5F-6E49-484A-80A5-D3342FA4DDC8}" destId="{B1135BBC-0593-4A48-B752-8436A465D663}" srcOrd="0" destOrd="0" presId="urn:microsoft.com/office/officeart/2005/8/layout/vList5"/>
    <dgm:cxn modelId="{5873A8D4-86BD-7540-B93A-63331F222AE1}" type="presOf" srcId="{9012194A-AD3C-BB43-8BE4-5F2C8D8A83C3}" destId="{4FB08220-B2A5-EE4E-B5AE-9B9FC5289E56}" srcOrd="0" destOrd="0" presId="urn:microsoft.com/office/officeart/2005/8/layout/vList5"/>
    <dgm:cxn modelId="{E63F07DE-9964-8D4E-A4CB-1DA188CF8930}" srcId="{11B43C1B-8508-E44D-9023-5D951A4E7DF5}" destId="{6FBF9CD2-3B87-6D42-BBEC-8C5118ED9E4B}" srcOrd="3" destOrd="0" parTransId="{D1E32FC8-A789-664A-8CA1-007B2D94FAD8}" sibTransId="{96B1905A-6EE6-9A49-886C-6D3EFC746C8D}"/>
    <dgm:cxn modelId="{461C26EF-E03A-1F4C-B106-A9C0C1F73B78}" srcId="{E8820143-9103-5147-94FB-BC34710DFA75}" destId="{5E820C60-0C47-9144-9F49-F635E3AE188B}" srcOrd="0" destOrd="0" parTransId="{731C48BC-565F-1848-92F1-C7C58E7B8B63}" sibTransId="{3B98F385-FD49-3E48-9920-2B428560AF09}"/>
    <dgm:cxn modelId="{E84A06F1-95F7-5D4F-9484-FA3C2789A8FE}" type="presOf" srcId="{11B43C1B-8508-E44D-9023-5D951A4E7DF5}" destId="{02605B78-52D8-4A4A-8DDE-D6ED0CDA0E23}" srcOrd="0" destOrd="0" presId="urn:microsoft.com/office/officeart/2005/8/layout/vList5"/>
    <dgm:cxn modelId="{33AE47F4-43DC-644D-922F-6D5741EE39E8}" type="presOf" srcId="{5E820C60-0C47-9144-9F49-F635E3AE188B}" destId="{6FE07A59-5F34-0043-81E5-3478AFCD69EA}" srcOrd="0" destOrd="0" presId="urn:microsoft.com/office/officeart/2005/8/layout/vList5"/>
    <dgm:cxn modelId="{1B6C32FC-056E-0E41-869A-4E51D6357766}" srcId="{9012194A-AD3C-BB43-8BE4-5F2C8D8A83C3}" destId="{4D0429D5-B754-0847-B4BB-74AB867C4E0F}" srcOrd="0" destOrd="0" parTransId="{0F74D478-9355-F144-860D-0C64ABC97352}" sibTransId="{A9BD4EC0-3048-BA45-94D8-B5D314B614C2}"/>
    <dgm:cxn modelId="{EEC877FF-65AE-534C-BEA5-D19876E5D5FE}" type="presParOf" srcId="{02605B78-52D8-4A4A-8DDE-D6ED0CDA0E23}" destId="{AD5E4283-B33B-8A4C-B178-72A9A3724D44}" srcOrd="0" destOrd="0" presId="urn:microsoft.com/office/officeart/2005/8/layout/vList5"/>
    <dgm:cxn modelId="{AFB9743F-890F-1F4B-89DE-F202C1148A9E}" type="presParOf" srcId="{AD5E4283-B33B-8A4C-B178-72A9A3724D44}" destId="{4FB08220-B2A5-EE4E-B5AE-9B9FC5289E56}" srcOrd="0" destOrd="0" presId="urn:microsoft.com/office/officeart/2005/8/layout/vList5"/>
    <dgm:cxn modelId="{CD9E9F68-A1A0-684C-B23A-290AD09FEA97}" type="presParOf" srcId="{AD5E4283-B33B-8A4C-B178-72A9A3724D44}" destId="{A85F70F4-D8C2-4D49-B606-0FA60CE4BA6F}" srcOrd="1" destOrd="0" presId="urn:microsoft.com/office/officeart/2005/8/layout/vList5"/>
    <dgm:cxn modelId="{97997C05-A579-804A-8E66-3F439499E7D4}" type="presParOf" srcId="{02605B78-52D8-4A4A-8DDE-D6ED0CDA0E23}" destId="{8510E279-7F9D-3F4E-857C-D1243B3C0820}" srcOrd="1" destOrd="0" presId="urn:microsoft.com/office/officeart/2005/8/layout/vList5"/>
    <dgm:cxn modelId="{FF053583-2924-B54C-882F-D34C76740862}" type="presParOf" srcId="{02605B78-52D8-4A4A-8DDE-D6ED0CDA0E23}" destId="{53F2B3E3-DA45-C045-AFC6-4E1340BE2421}" srcOrd="2" destOrd="0" presId="urn:microsoft.com/office/officeart/2005/8/layout/vList5"/>
    <dgm:cxn modelId="{94DB9EAE-7212-FB42-BD1F-5D2864120B14}" type="presParOf" srcId="{53F2B3E3-DA45-C045-AFC6-4E1340BE2421}" destId="{8537A6E8-4F37-574F-A0CC-65A25293FB5F}" srcOrd="0" destOrd="0" presId="urn:microsoft.com/office/officeart/2005/8/layout/vList5"/>
    <dgm:cxn modelId="{369F7CFF-F873-DC49-BDA1-F01A1DB94DBB}" type="presParOf" srcId="{53F2B3E3-DA45-C045-AFC6-4E1340BE2421}" destId="{ACA0FBA9-84CC-8846-9887-C8FB4853D06F}" srcOrd="1" destOrd="0" presId="urn:microsoft.com/office/officeart/2005/8/layout/vList5"/>
    <dgm:cxn modelId="{9F8A5DFE-DD58-E340-9047-363D31175783}" type="presParOf" srcId="{02605B78-52D8-4A4A-8DDE-D6ED0CDA0E23}" destId="{D57D5EE6-F3A7-B443-94AC-84230EE07F1E}" srcOrd="3" destOrd="0" presId="urn:microsoft.com/office/officeart/2005/8/layout/vList5"/>
    <dgm:cxn modelId="{CAAE22EE-7B09-E64F-B514-6CA86EBC3C13}" type="presParOf" srcId="{02605B78-52D8-4A4A-8DDE-D6ED0CDA0E23}" destId="{96AC0E8C-E62B-B94E-ADB0-094E12B8CCF6}" srcOrd="4" destOrd="0" presId="urn:microsoft.com/office/officeart/2005/8/layout/vList5"/>
    <dgm:cxn modelId="{51EC2584-F6AB-614A-9091-E475A80F8471}" type="presParOf" srcId="{96AC0E8C-E62B-B94E-ADB0-094E12B8CCF6}" destId="{FAF02E55-5538-4C44-96BD-FA280421FE45}" srcOrd="0" destOrd="0" presId="urn:microsoft.com/office/officeart/2005/8/layout/vList5"/>
    <dgm:cxn modelId="{638C51F8-BC04-B841-8D4E-28ACB59F73CD}" type="presParOf" srcId="{96AC0E8C-E62B-B94E-ADB0-094E12B8CCF6}" destId="{6FE07A59-5F34-0043-81E5-3478AFCD69EA}" srcOrd="1" destOrd="0" presId="urn:microsoft.com/office/officeart/2005/8/layout/vList5"/>
    <dgm:cxn modelId="{E890729D-DCCA-DA4A-8A43-0367AC71A8B4}" type="presParOf" srcId="{02605B78-52D8-4A4A-8DDE-D6ED0CDA0E23}" destId="{F2587145-8D51-B34B-8CAD-C01907618FAD}" srcOrd="5" destOrd="0" presId="urn:microsoft.com/office/officeart/2005/8/layout/vList5"/>
    <dgm:cxn modelId="{B7EE6ABC-4C68-0242-B9DF-0E638FDAC658}" type="presParOf" srcId="{02605B78-52D8-4A4A-8DDE-D6ED0CDA0E23}" destId="{C0637371-1324-BF4B-97FA-2A65D7742274}" srcOrd="6" destOrd="0" presId="urn:microsoft.com/office/officeart/2005/8/layout/vList5"/>
    <dgm:cxn modelId="{DABED08D-8F0C-6B41-9555-A801852F4DFF}" type="presParOf" srcId="{C0637371-1324-BF4B-97FA-2A65D7742274}" destId="{72B6A7BA-35B0-FA42-9B36-80284669A500}" srcOrd="0" destOrd="0" presId="urn:microsoft.com/office/officeart/2005/8/layout/vList5"/>
    <dgm:cxn modelId="{D3ACA0C5-F3CA-0E4B-863B-DB0EE576C486}" type="presParOf" srcId="{C0637371-1324-BF4B-97FA-2A65D7742274}" destId="{B1135BBC-0593-4A48-B752-8436A465D66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1B43C1B-8508-E44D-9023-5D951A4E7DF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12194A-AD3C-BB43-8BE4-5F2C8D8A83C3}">
      <dgm:prSet/>
      <dgm:spPr/>
      <dgm:t>
        <a:bodyPr/>
        <a:lstStyle/>
        <a:p>
          <a:r>
            <a:rPr lang="en-CA"/>
            <a:t>Method 1 - Mean of Ratios: </a:t>
          </a:r>
        </a:p>
      </dgm:t>
    </dgm:pt>
    <dgm:pt modelId="{B09F6A31-582B-6043-9A5B-44FAEAD8606E}" type="parTrans" cxnId="{B4D16B1B-DC2D-434D-BE64-C09AE1EFF381}">
      <dgm:prSet/>
      <dgm:spPr/>
      <dgm:t>
        <a:bodyPr/>
        <a:lstStyle/>
        <a:p>
          <a:endParaRPr lang="en-US"/>
        </a:p>
      </dgm:t>
    </dgm:pt>
    <dgm:pt modelId="{2EF09D3E-B3DF-824E-AB66-9983C09776F6}" type="sibTrans" cxnId="{B4D16B1B-DC2D-434D-BE64-C09AE1EFF381}">
      <dgm:prSet/>
      <dgm:spPr/>
      <dgm:t>
        <a:bodyPr/>
        <a:lstStyle/>
        <a:p>
          <a:endParaRPr lang="en-US"/>
        </a:p>
      </dgm:t>
    </dgm:pt>
    <dgm:pt modelId="{4D0429D5-B754-0847-B4BB-74AB867C4E0F}">
      <dgm:prSet/>
      <dgm:spPr>
        <a:blipFill>
          <a:blip xmlns:r="http://schemas.openxmlformats.org/officeDocument/2006/relationships" r:embed="rId1"/>
          <a:stretch>
            <a:fillRect l="-940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0F74D478-9355-F144-860D-0C64ABC97352}" type="parTrans" cxnId="{1B6C32FC-056E-0E41-869A-4E51D6357766}">
      <dgm:prSet/>
      <dgm:spPr/>
      <dgm:t>
        <a:bodyPr/>
        <a:lstStyle/>
        <a:p>
          <a:endParaRPr lang="en-US"/>
        </a:p>
      </dgm:t>
    </dgm:pt>
    <dgm:pt modelId="{A9BD4EC0-3048-BA45-94D8-B5D314B614C2}" type="sibTrans" cxnId="{1B6C32FC-056E-0E41-869A-4E51D6357766}">
      <dgm:prSet/>
      <dgm:spPr/>
      <dgm:t>
        <a:bodyPr/>
        <a:lstStyle/>
        <a:p>
          <a:endParaRPr lang="en-US"/>
        </a:p>
      </dgm:t>
    </dgm:pt>
    <dgm:pt modelId="{AAAAD1FF-B7AB-B842-A04B-26D6A95D54C0}">
      <dgm:prSet/>
      <dgm:spPr/>
      <dgm:t>
        <a:bodyPr/>
        <a:lstStyle/>
        <a:p>
          <a:r>
            <a:rPr lang="en-CA"/>
            <a:t>Method 2 - Ratio of Means:</a:t>
          </a:r>
        </a:p>
      </dgm:t>
    </dgm:pt>
    <dgm:pt modelId="{FB1F8060-2E17-654B-8F3D-28D49E13FC05}" type="parTrans" cxnId="{DBC54248-8443-E245-8C91-40AC557BB8E3}">
      <dgm:prSet/>
      <dgm:spPr/>
      <dgm:t>
        <a:bodyPr/>
        <a:lstStyle/>
        <a:p>
          <a:endParaRPr lang="en-US"/>
        </a:p>
      </dgm:t>
    </dgm:pt>
    <dgm:pt modelId="{F1D6E832-408C-0445-89FC-F039B25F4BE7}" type="sibTrans" cxnId="{DBC54248-8443-E245-8C91-40AC557BB8E3}">
      <dgm:prSet/>
      <dgm:spPr/>
      <dgm:t>
        <a:bodyPr/>
        <a:lstStyle/>
        <a:p>
          <a:endParaRPr lang="en-US"/>
        </a:p>
      </dgm:t>
    </dgm:pt>
    <dgm:pt modelId="{CA5F1416-AB41-A542-A17A-CE0324EF5486}">
      <dgm:prSet/>
      <dgm:spPr>
        <a:blipFill>
          <a:blip xmlns:r="http://schemas.openxmlformats.org/officeDocument/2006/relationships" r:embed="rId2"/>
          <a:stretch>
            <a:fillRect l="-940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4FA3FA0E-A9EB-3B4A-9B3C-348620CBE359}" type="parTrans" cxnId="{B3918603-4BE4-7949-B775-85C7B1E09A19}">
      <dgm:prSet/>
      <dgm:spPr/>
      <dgm:t>
        <a:bodyPr/>
        <a:lstStyle/>
        <a:p>
          <a:endParaRPr lang="en-US"/>
        </a:p>
      </dgm:t>
    </dgm:pt>
    <dgm:pt modelId="{6074B6D4-3962-FE40-9546-7C64EDEB4A26}" type="sibTrans" cxnId="{B3918603-4BE4-7949-B775-85C7B1E09A19}">
      <dgm:prSet/>
      <dgm:spPr/>
      <dgm:t>
        <a:bodyPr/>
        <a:lstStyle/>
        <a:p>
          <a:endParaRPr lang="en-US"/>
        </a:p>
      </dgm:t>
    </dgm:pt>
    <dgm:pt modelId="{E8820143-9103-5147-94FB-BC34710DFA75}">
      <dgm:prSet/>
      <dgm:spPr/>
      <dgm:t>
        <a:bodyPr/>
        <a:lstStyle/>
        <a:p>
          <a:r>
            <a:rPr lang="en-CA"/>
            <a:t>Method 3 - Standard Regression:</a:t>
          </a:r>
        </a:p>
      </dgm:t>
    </dgm:pt>
    <dgm:pt modelId="{082126D7-930F-5B4D-B6AD-3BA634B7FDF4}" type="parTrans" cxnId="{FFF5E806-9C9F-DB41-A9A5-5A38B44626F9}">
      <dgm:prSet/>
      <dgm:spPr/>
      <dgm:t>
        <a:bodyPr/>
        <a:lstStyle/>
        <a:p>
          <a:endParaRPr lang="en-US"/>
        </a:p>
      </dgm:t>
    </dgm:pt>
    <dgm:pt modelId="{829919CB-F50B-7A48-ABF0-62F8F5C13C5A}" type="sibTrans" cxnId="{FFF5E806-9C9F-DB41-A9A5-5A38B44626F9}">
      <dgm:prSet/>
      <dgm:spPr/>
      <dgm:t>
        <a:bodyPr/>
        <a:lstStyle/>
        <a:p>
          <a:endParaRPr lang="en-US"/>
        </a:p>
      </dgm:t>
    </dgm:pt>
    <dgm:pt modelId="{5E820C60-0C47-9144-9F49-F635E3AE188B}">
      <dgm:prSet/>
      <dgm:spPr>
        <a:blipFill>
          <a:blip xmlns:r="http://schemas.openxmlformats.org/officeDocument/2006/relationships" r:embed="rId3"/>
          <a:stretch>
            <a:fillRect l="-940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31C48BC-565F-1848-92F1-C7C58E7B8B63}" type="parTrans" cxnId="{461C26EF-E03A-1F4C-B106-A9C0C1F73B78}">
      <dgm:prSet/>
      <dgm:spPr/>
      <dgm:t>
        <a:bodyPr/>
        <a:lstStyle/>
        <a:p>
          <a:endParaRPr lang="en-US"/>
        </a:p>
      </dgm:t>
    </dgm:pt>
    <dgm:pt modelId="{3B98F385-FD49-3E48-9920-2B428560AF09}" type="sibTrans" cxnId="{461C26EF-E03A-1F4C-B106-A9C0C1F73B78}">
      <dgm:prSet/>
      <dgm:spPr/>
      <dgm:t>
        <a:bodyPr/>
        <a:lstStyle/>
        <a:p>
          <a:endParaRPr lang="en-US"/>
        </a:p>
      </dgm:t>
    </dgm:pt>
    <dgm:pt modelId="{6FBF9CD2-3B87-6D42-BBEC-8C5118ED9E4B}">
      <dgm:prSet/>
      <dgm:spPr/>
      <dgm:t>
        <a:bodyPr/>
        <a:lstStyle/>
        <a:p>
          <a:r>
            <a:rPr lang="en-CA"/>
            <a:t>Method 4 - Origin Regression:</a:t>
          </a:r>
        </a:p>
      </dgm:t>
    </dgm:pt>
    <dgm:pt modelId="{D1E32FC8-A789-664A-8CA1-007B2D94FAD8}" type="parTrans" cxnId="{E63F07DE-9964-8D4E-A4CB-1DA188CF8930}">
      <dgm:prSet/>
      <dgm:spPr/>
      <dgm:t>
        <a:bodyPr/>
        <a:lstStyle/>
        <a:p>
          <a:endParaRPr lang="en-US"/>
        </a:p>
      </dgm:t>
    </dgm:pt>
    <dgm:pt modelId="{96B1905A-6EE6-9A49-886C-6D3EFC746C8D}" type="sibTrans" cxnId="{E63F07DE-9964-8D4E-A4CB-1DA188CF8930}">
      <dgm:prSet/>
      <dgm:spPr/>
      <dgm:t>
        <a:bodyPr/>
        <a:lstStyle/>
        <a:p>
          <a:endParaRPr lang="en-US"/>
        </a:p>
      </dgm:t>
    </dgm:pt>
    <dgm:pt modelId="{B7E25F5F-6E49-484A-80A5-D3342FA4DDC8}">
      <dgm:prSet/>
      <dgm:spPr>
        <a:blipFill>
          <a:blip xmlns:r="http://schemas.openxmlformats.org/officeDocument/2006/relationships" r:embed="rId4"/>
          <a:stretch>
            <a:fillRect l="-940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ED445ABF-D175-A64F-9630-7A8C2C2064E2}" type="parTrans" cxnId="{01955612-F15E-CB4B-8032-7EB05791B375}">
      <dgm:prSet/>
      <dgm:spPr/>
      <dgm:t>
        <a:bodyPr/>
        <a:lstStyle/>
        <a:p>
          <a:endParaRPr lang="en-US"/>
        </a:p>
      </dgm:t>
    </dgm:pt>
    <dgm:pt modelId="{232CFE6F-4628-0C4B-84EA-5284E5247419}" type="sibTrans" cxnId="{01955612-F15E-CB4B-8032-7EB05791B375}">
      <dgm:prSet/>
      <dgm:spPr/>
      <dgm:t>
        <a:bodyPr/>
        <a:lstStyle/>
        <a:p>
          <a:endParaRPr lang="en-US"/>
        </a:p>
      </dgm:t>
    </dgm:pt>
    <dgm:pt modelId="{02605B78-52D8-4A4A-8DDE-D6ED0CDA0E23}" type="pres">
      <dgm:prSet presAssocID="{11B43C1B-8508-E44D-9023-5D951A4E7DF5}" presName="Name0" presStyleCnt="0">
        <dgm:presLayoutVars>
          <dgm:dir/>
          <dgm:animLvl val="lvl"/>
          <dgm:resizeHandles val="exact"/>
        </dgm:presLayoutVars>
      </dgm:prSet>
      <dgm:spPr/>
    </dgm:pt>
    <dgm:pt modelId="{AD5E4283-B33B-8A4C-B178-72A9A3724D44}" type="pres">
      <dgm:prSet presAssocID="{9012194A-AD3C-BB43-8BE4-5F2C8D8A83C3}" presName="linNode" presStyleCnt="0"/>
      <dgm:spPr/>
    </dgm:pt>
    <dgm:pt modelId="{4FB08220-B2A5-EE4E-B5AE-9B9FC5289E56}" type="pres">
      <dgm:prSet presAssocID="{9012194A-AD3C-BB43-8BE4-5F2C8D8A83C3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A85F70F4-D8C2-4D49-B606-0FA60CE4BA6F}" type="pres">
      <dgm:prSet presAssocID="{9012194A-AD3C-BB43-8BE4-5F2C8D8A83C3}" presName="descendantText" presStyleLbl="alignAccFollowNode1" presStyleIdx="0" presStyleCnt="4">
        <dgm:presLayoutVars>
          <dgm:bulletEnabled val="1"/>
        </dgm:presLayoutVars>
      </dgm:prSet>
      <dgm:spPr/>
    </dgm:pt>
    <dgm:pt modelId="{8510E279-7F9D-3F4E-857C-D1243B3C0820}" type="pres">
      <dgm:prSet presAssocID="{2EF09D3E-B3DF-824E-AB66-9983C09776F6}" presName="sp" presStyleCnt="0"/>
      <dgm:spPr/>
    </dgm:pt>
    <dgm:pt modelId="{53F2B3E3-DA45-C045-AFC6-4E1340BE2421}" type="pres">
      <dgm:prSet presAssocID="{AAAAD1FF-B7AB-B842-A04B-26D6A95D54C0}" presName="linNode" presStyleCnt="0"/>
      <dgm:spPr/>
    </dgm:pt>
    <dgm:pt modelId="{8537A6E8-4F37-574F-A0CC-65A25293FB5F}" type="pres">
      <dgm:prSet presAssocID="{AAAAD1FF-B7AB-B842-A04B-26D6A95D54C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CA0FBA9-84CC-8846-9887-C8FB4853D06F}" type="pres">
      <dgm:prSet presAssocID="{AAAAD1FF-B7AB-B842-A04B-26D6A95D54C0}" presName="descendantText" presStyleLbl="alignAccFollowNode1" presStyleIdx="1" presStyleCnt="4">
        <dgm:presLayoutVars>
          <dgm:bulletEnabled val="1"/>
        </dgm:presLayoutVars>
      </dgm:prSet>
      <dgm:spPr/>
    </dgm:pt>
    <dgm:pt modelId="{D57D5EE6-F3A7-B443-94AC-84230EE07F1E}" type="pres">
      <dgm:prSet presAssocID="{F1D6E832-408C-0445-89FC-F039B25F4BE7}" presName="sp" presStyleCnt="0"/>
      <dgm:spPr/>
    </dgm:pt>
    <dgm:pt modelId="{96AC0E8C-E62B-B94E-ADB0-094E12B8CCF6}" type="pres">
      <dgm:prSet presAssocID="{E8820143-9103-5147-94FB-BC34710DFA75}" presName="linNode" presStyleCnt="0"/>
      <dgm:spPr/>
    </dgm:pt>
    <dgm:pt modelId="{FAF02E55-5538-4C44-96BD-FA280421FE45}" type="pres">
      <dgm:prSet presAssocID="{E8820143-9103-5147-94FB-BC34710DFA7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6FE07A59-5F34-0043-81E5-3478AFCD69EA}" type="pres">
      <dgm:prSet presAssocID="{E8820143-9103-5147-94FB-BC34710DFA75}" presName="descendantText" presStyleLbl="alignAccFollowNode1" presStyleIdx="2" presStyleCnt="4">
        <dgm:presLayoutVars>
          <dgm:bulletEnabled val="1"/>
        </dgm:presLayoutVars>
      </dgm:prSet>
      <dgm:spPr/>
    </dgm:pt>
    <dgm:pt modelId="{F2587145-8D51-B34B-8CAD-C01907618FAD}" type="pres">
      <dgm:prSet presAssocID="{829919CB-F50B-7A48-ABF0-62F8F5C13C5A}" presName="sp" presStyleCnt="0"/>
      <dgm:spPr/>
    </dgm:pt>
    <dgm:pt modelId="{C0637371-1324-BF4B-97FA-2A65D7742274}" type="pres">
      <dgm:prSet presAssocID="{6FBF9CD2-3B87-6D42-BBEC-8C5118ED9E4B}" presName="linNode" presStyleCnt="0"/>
      <dgm:spPr/>
    </dgm:pt>
    <dgm:pt modelId="{72B6A7BA-35B0-FA42-9B36-80284669A500}" type="pres">
      <dgm:prSet presAssocID="{6FBF9CD2-3B87-6D42-BBEC-8C5118ED9E4B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B1135BBC-0593-4A48-B752-8436A465D663}" type="pres">
      <dgm:prSet presAssocID="{6FBF9CD2-3B87-6D42-BBEC-8C5118ED9E4B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B3918603-4BE4-7949-B775-85C7B1E09A19}" srcId="{AAAAD1FF-B7AB-B842-A04B-26D6A95D54C0}" destId="{CA5F1416-AB41-A542-A17A-CE0324EF5486}" srcOrd="0" destOrd="0" parTransId="{4FA3FA0E-A9EB-3B4A-9B3C-348620CBE359}" sibTransId="{6074B6D4-3962-FE40-9546-7C64EDEB4A26}"/>
    <dgm:cxn modelId="{FFF5E806-9C9F-DB41-A9A5-5A38B44626F9}" srcId="{11B43C1B-8508-E44D-9023-5D951A4E7DF5}" destId="{E8820143-9103-5147-94FB-BC34710DFA75}" srcOrd="2" destOrd="0" parTransId="{082126D7-930F-5B4D-B6AD-3BA634B7FDF4}" sibTransId="{829919CB-F50B-7A48-ABF0-62F8F5C13C5A}"/>
    <dgm:cxn modelId="{01955612-F15E-CB4B-8032-7EB05791B375}" srcId="{6FBF9CD2-3B87-6D42-BBEC-8C5118ED9E4B}" destId="{B7E25F5F-6E49-484A-80A5-D3342FA4DDC8}" srcOrd="0" destOrd="0" parTransId="{ED445ABF-D175-A64F-9630-7A8C2C2064E2}" sibTransId="{232CFE6F-4628-0C4B-84EA-5284E5247419}"/>
    <dgm:cxn modelId="{B4D16B1B-DC2D-434D-BE64-C09AE1EFF381}" srcId="{11B43C1B-8508-E44D-9023-5D951A4E7DF5}" destId="{9012194A-AD3C-BB43-8BE4-5F2C8D8A83C3}" srcOrd="0" destOrd="0" parTransId="{B09F6A31-582B-6043-9A5B-44FAEAD8606E}" sibTransId="{2EF09D3E-B3DF-824E-AB66-9983C09776F6}"/>
    <dgm:cxn modelId="{42E5901C-59D3-7D4E-8EC2-C2FB8A8F71DE}" type="presOf" srcId="{AAAAD1FF-B7AB-B842-A04B-26D6A95D54C0}" destId="{8537A6E8-4F37-574F-A0CC-65A25293FB5F}" srcOrd="0" destOrd="0" presId="urn:microsoft.com/office/officeart/2005/8/layout/vList5"/>
    <dgm:cxn modelId="{DBC54248-8443-E245-8C91-40AC557BB8E3}" srcId="{11B43C1B-8508-E44D-9023-5D951A4E7DF5}" destId="{AAAAD1FF-B7AB-B842-A04B-26D6A95D54C0}" srcOrd="1" destOrd="0" parTransId="{FB1F8060-2E17-654B-8F3D-28D49E13FC05}" sibTransId="{F1D6E832-408C-0445-89FC-F039B25F4BE7}"/>
    <dgm:cxn modelId="{193A114C-83FC-A242-BCFC-7A6930EB8399}" type="presOf" srcId="{4D0429D5-B754-0847-B4BB-74AB867C4E0F}" destId="{A85F70F4-D8C2-4D49-B606-0FA60CE4BA6F}" srcOrd="0" destOrd="0" presId="urn:microsoft.com/office/officeart/2005/8/layout/vList5"/>
    <dgm:cxn modelId="{177E28B1-D298-B94B-B4BE-451E7A36578C}" type="presOf" srcId="{E8820143-9103-5147-94FB-BC34710DFA75}" destId="{FAF02E55-5538-4C44-96BD-FA280421FE45}" srcOrd="0" destOrd="0" presId="urn:microsoft.com/office/officeart/2005/8/layout/vList5"/>
    <dgm:cxn modelId="{AD919CB5-FE89-5848-A024-296FB52954C9}" type="presOf" srcId="{CA5F1416-AB41-A542-A17A-CE0324EF5486}" destId="{ACA0FBA9-84CC-8846-9887-C8FB4853D06F}" srcOrd="0" destOrd="0" presId="urn:microsoft.com/office/officeart/2005/8/layout/vList5"/>
    <dgm:cxn modelId="{71489CBF-3D5E-364C-B34E-D3AF6DE2EDEC}" type="presOf" srcId="{6FBF9CD2-3B87-6D42-BBEC-8C5118ED9E4B}" destId="{72B6A7BA-35B0-FA42-9B36-80284669A500}" srcOrd="0" destOrd="0" presId="urn:microsoft.com/office/officeart/2005/8/layout/vList5"/>
    <dgm:cxn modelId="{C5D3A8C0-9B93-9040-8C8E-49FCAB245EA4}" type="presOf" srcId="{B7E25F5F-6E49-484A-80A5-D3342FA4DDC8}" destId="{B1135BBC-0593-4A48-B752-8436A465D663}" srcOrd="0" destOrd="0" presId="urn:microsoft.com/office/officeart/2005/8/layout/vList5"/>
    <dgm:cxn modelId="{5873A8D4-86BD-7540-B93A-63331F222AE1}" type="presOf" srcId="{9012194A-AD3C-BB43-8BE4-5F2C8D8A83C3}" destId="{4FB08220-B2A5-EE4E-B5AE-9B9FC5289E56}" srcOrd="0" destOrd="0" presId="urn:microsoft.com/office/officeart/2005/8/layout/vList5"/>
    <dgm:cxn modelId="{E63F07DE-9964-8D4E-A4CB-1DA188CF8930}" srcId="{11B43C1B-8508-E44D-9023-5D951A4E7DF5}" destId="{6FBF9CD2-3B87-6D42-BBEC-8C5118ED9E4B}" srcOrd="3" destOrd="0" parTransId="{D1E32FC8-A789-664A-8CA1-007B2D94FAD8}" sibTransId="{96B1905A-6EE6-9A49-886C-6D3EFC746C8D}"/>
    <dgm:cxn modelId="{461C26EF-E03A-1F4C-B106-A9C0C1F73B78}" srcId="{E8820143-9103-5147-94FB-BC34710DFA75}" destId="{5E820C60-0C47-9144-9F49-F635E3AE188B}" srcOrd="0" destOrd="0" parTransId="{731C48BC-565F-1848-92F1-C7C58E7B8B63}" sibTransId="{3B98F385-FD49-3E48-9920-2B428560AF09}"/>
    <dgm:cxn modelId="{E84A06F1-95F7-5D4F-9484-FA3C2789A8FE}" type="presOf" srcId="{11B43C1B-8508-E44D-9023-5D951A4E7DF5}" destId="{02605B78-52D8-4A4A-8DDE-D6ED0CDA0E23}" srcOrd="0" destOrd="0" presId="urn:microsoft.com/office/officeart/2005/8/layout/vList5"/>
    <dgm:cxn modelId="{33AE47F4-43DC-644D-922F-6D5741EE39E8}" type="presOf" srcId="{5E820C60-0C47-9144-9F49-F635E3AE188B}" destId="{6FE07A59-5F34-0043-81E5-3478AFCD69EA}" srcOrd="0" destOrd="0" presId="urn:microsoft.com/office/officeart/2005/8/layout/vList5"/>
    <dgm:cxn modelId="{1B6C32FC-056E-0E41-869A-4E51D6357766}" srcId="{9012194A-AD3C-BB43-8BE4-5F2C8D8A83C3}" destId="{4D0429D5-B754-0847-B4BB-74AB867C4E0F}" srcOrd="0" destOrd="0" parTransId="{0F74D478-9355-F144-860D-0C64ABC97352}" sibTransId="{A9BD4EC0-3048-BA45-94D8-B5D314B614C2}"/>
    <dgm:cxn modelId="{EEC877FF-65AE-534C-BEA5-D19876E5D5FE}" type="presParOf" srcId="{02605B78-52D8-4A4A-8DDE-D6ED0CDA0E23}" destId="{AD5E4283-B33B-8A4C-B178-72A9A3724D44}" srcOrd="0" destOrd="0" presId="urn:microsoft.com/office/officeart/2005/8/layout/vList5"/>
    <dgm:cxn modelId="{AFB9743F-890F-1F4B-89DE-F202C1148A9E}" type="presParOf" srcId="{AD5E4283-B33B-8A4C-B178-72A9A3724D44}" destId="{4FB08220-B2A5-EE4E-B5AE-9B9FC5289E56}" srcOrd="0" destOrd="0" presId="urn:microsoft.com/office/officeart/2005/8/layout/vList5"/>
    <dgm:cxn modelId="{CD9E9F68-A1A0-684C-B23A-290AD09FEA97}" type="presParOf" srcId="{AD5E4283-B33B-8A4C-B178-72A9A3724D44}" destId="{A85F70F4-D8C2-4D49-B606-0FA60CE4BA6F}" srcOrd="1" destOrd="0" presId="urn:microsoft.com/office/officeart/2005/8/layout/vList5"/>
    <dgm:cxn modelId="{97997C05-A579-804A-8E66-3F439499E7D4}" type="presParOf" srcId="{02605B78-52D8-4A4A-8DDE-D6ED0CDA0E23}" destId="{8510E279-7F9D-3F4E-857C-D1243B3C0820}" srcOrd="1" destOrd="0" presId="urn:microsoft.com/office/officeart/2005/8/layout/vList5"/>
    <dgm:cxn modelId="{FF053583-2924-B54C-882F-D34C76740862}" type="presParOf" srcId="{02605B78-52D8-4A4A-8DDE-D6ED0CDA0E23}" destId="{53F2B3E3-DA45-C045-AFC6-4E1340BE2421}" srcOrd="2" destOrd="0" presId="urn:microsoft.com/office/officeart/2005/8/layout/vList5"/>
    <dgm:cxn modelId="{94DB9EAE-7212-FB42-BD1F-5D2864120B14}" type="presParOf" srcId="{53F2B3E3-DA45-C045-AFC6-4E1340BE2421}" destId="{8537A6E8-4F37-574F-A0CC-65A25293FB5F}" srcOrd="0" destOrd="0" presId="urn:microsoft.com/office/officeart/2005/8/layout/vList5"/>
    <dgm:cxn modelId="{369F7CFF-F873-DC49-BDA1-F01A1DB94DBB}" type="presParOf" srcId="{53F2B3E3-DA45-C045-AFC6-4E1340BE2421}" destId="{ACA0FBA9-84CC-8846-9887-C8FB4853D06F}" srcOrd="1" destOrd="0" presId="urn:microsoft.com/office/officeart/2005/8/layout/vList5"/>
    <dgm:cxn modelId="{9F8A5DFE-DD58-E340-9047-363D31175783}" type="presParOf" srcId="{02605B78-52D8-4A4A-8DDE-D6ED0CDA0E23}" destId="{D57D5EE6-F3A7-B443-94AC-84230EE07F1E}" srcOrd="3" destOrd="0" presId="urn:microsoft.com/office/officeart/2005/8/layout/vList5"/>
    <dgm:cxn modelId="{CAAE22EE-7B09-E64F-B514-6CA86EBC3C13}" type="presParOf" srcId="{02605B78-52D8-4A4A-8DDE-D6ED0CDA0E23}" destId="{96AC0E8C-E62B-B94E-ADB0-094E12B8CCF6}" srcOrd="4" destOrd="0" presId="urn:microsoft.com/office/officeart/2005/8/layout/vList5"/>
    <dgm:cxn modelId="{51EC2584-F6AB-614A-9091-E475A80F8471}" type="presParOf" srcId="{96AC0E8C-E62B-B94E-ADB0-094E12B8CCF6}" destId="{FAF02E55-5538-4C44-96BD-FA280421FE45}" srcOrd="0" destOrd="0" presId="urn:microsoft.com/office/officeart/2005/8/layout/vList5"/>
    <dgm:cxn modelId="{638C51F8-BC04-B841-8D4E-28ACB59F73CD}" type="presParOf" srcId="{96AC0E8C-E62B-B94E-ADB0-094E12B8CCF6}" destId="{6FE07A59-5F34-0043-81E5-3478AFCD69EA}" srcOrd="1" destOrd="0" presId="urn:microsoft.com/office/officeart/2005/8/layout/vList5"/>
    <dgm:cxn modelId="{E890729D-DCCA-DA4A-8A43-0367AC71A8B4}" type="presParOf" srcId="{02605B78-52D8-4A4A-8DDE-D6ED0CDA0E23}" destId="{F2587145-8D51-B34B-8CAD-C01907618FAD}" srcOrd="5" destOrd="0" presId="urn:microsoft.com/office/officeart/2005/8/layout/vList5"/>
    <dgm:cxn modelId="{B7EE6ABC-4C68-0242-B9DF-0E638FDAC658}" type="presParOf" srcId="{02605B78-52D8-4A4A-8DDE-D6ED0CDA0E23}" destId="{C0637371-1324-BF4B-97FA-2A65D7742274}" srcOrd="6" destOrd="0" presId="urn:microsoft.com/office/officeart/2005/8/layout/vList5"/>
    <dgm:cxn modelId="{DABED08D-8F0C-6B41-9555-A801852F4DFF}" type="presParOf" srcId="{C0637371-1324-BF4B-97FA-2A65D7742274}" destId="{72B6A7BA-35B0-FA42-9B36-80284669A500}" srcOrd="0" destOrd="0" presId="urn:microsoft.com/office/officeart/2005/8/layout/vList5"/>
    <dgm:cxn modelId="{D3ACA0C5-F3CA-0E4B-863B-DB0EE576C486}" type="presParOf" srcId="{C0637371-1324-BF4B-97FA-2A65D7742274}" destId="{B1135BBC-0593-4A48-B752-8436A465D66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66446A4-D994-4744-ADE2-A82668AD97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26EF62-F5FE-3740-BE25-A5A870D9688B}">
      <dgm:prSet/>
      <dgm:spPr/>
      <dgm:t>
        <a:bodyPr/>
        <a:lstStyle/>
        <a:p>
          <a:r>
            <a:rPr lang="en-CA" b="1"/>
            <a:t>Statistical Performance vs Physical Reality:</a:t>
          </a:r>
          <a:endParaRPr lang="en-CA"/>
        </a:p>
      </dgm:t>
    </dgm:pt>
    <dgm:pt modelId="{1CD62A93-228D-B845-A089-6AB0FD2A9B7C}" type="parTrans" cxnId="{8C6F173D-7FBC-B747-BF51-F887FE927574}">
      <dgm:prSet/>
      <dgm:spPr/>
      <dgm:t>
        <a:bodyPr/>
        <a:lstStyle/>
        <a:p>
          <a:endParaRPr lang="en-US"/>
        </a:p>
      </dgm:t>
    </dgm:pt>
    <dgm:pt modelId="{D06F320C-6389-E140-969A-1871F815C1EE}" type="sibTrans" cxnId="{8C6F173D-7FBC-B747-BF51-F887FE927574}">
      <dgm:prSet/>
      <dgm:spPr/>
      <dgm:t>
        <a:bodyPr/>
        <a:lstStyle/>
        <a:p>
          <a:endParaRPr lang="en-US"/>
        </a:p>
      </dgm:t>
    </dgm:pt>
    <dgm:pt modelId="{F6F05596-AAC6-CF42-AE11-05DB944F6966}">
      <dgm:prSet/>
      <dgm:spPr/>
      <dgm:t>
        <a:bodyPr/>
        <a:lstStyle/>
        <a:p>
          <a:r>
            <a:rPr lang="en-CA"/>
            <a:t>Method 3 has the best R² (0.754) but predicts </a:t>
          </a:r>
          <a:r>
            <a:rPr lang="en-CA" b="1"/>
            <a:t>negative BC when F</a:t>
          </a:r>
          <a:r>
            <a:rPr lang="en-CA" b="1" baseline="-25000"/>
            <a:t>abs</a:t>
          </a:r>
          <a:r>
            <a:rPr lang="en-CA" b="1"/>
            <a:t> = 0</a:t>
          </a:r>
          <a:endParaRPr lang="en-CA"/>
        </a:p>
      </dgm:t>
    </dgm:pt>
    <dgm:pt modelId="{ACE69344-0322-D64D-8ABE-C61389212210}" type="parTrans" cxnId="{5357B418-179C-714A-8A85-2B85B9B2993F}">
      <dgm:prSet/>
      <dgm:spPr/>
      <dgm:t>
        <a:bodyPr/>
        <a:lstStyle/>
        <a:p>
          <a:endParaRPr lang="en-US"/>
        </a:p>
      </dgm:t>
    </dgm:pt>
    <dgm:pt modelId="{DAD63A8B-A839-7846-A132-05E8EB0BC03D}" type="sibTrans" cxnId="{5357B418-179C-714A-8A85-2B85B9B2993F}">
      <dgm:prSet/>
      <dgm:spPr/>
      <dgm:t>
        <a:bodyPr/>
        <a:lstStyle/>
        <a:p>
          <a:endParaRPr lang="en-US"/>
        </a:p>
      </dgm:t>
    </dgm:pt>
    <dgm:pt modelId="{BFB26F8F-7E54-9145-9486-554AD83364EE}">
      <dgm:prSet/>
      <dgm:spPr/>
      <dgm:t>
        <a:bodyPr/>
        <a:lstStyle/>
        <a:p>
          <a:r>
            <a:rPr lang="en-CA"/>
            <a:t>This violates the fundamental physical constraint that zero absorption should equal zero BC.</a:t>
          </a:r>
        </a:p>
      </dgm:t>
    </dgm:pt>
    <dgm:pt modelId="{E606A7F2-1AEF-2E4D-A4DB-363DCB3BAA1F}" type="parTrans" cxnId="{923D8AF8-2587-6541-9BD7-8E314E932D74}">
      <dgm:prSet/>
      <dgm:spPr/>
      <dgm:t>
        <a:bodyPr/>
        <a:lstStyle/>
        <a:p>
          <a:endParaRPr lang="en-US"/>
        </a:p>
      </dgm:t>
    </dgm:pt>
    <dgm:pt modelId="{D60419B8-6D03-5F44-8734-3ABC5AFB6A05}" type="sibTrans" cxnId="{923D8AF8-2587-6541-9BD7-8E314E932D74}">
      <dgm:prSet/>
      <dgm:spPr/>
      <dgm:t>
        <a:bodyPr/>
        <a:lstStyle/>
        <a:p>
          <a:endParaRPr lang="en-US"/>
        </a:p>
      </dgm:t>
    </dgm:pt>
    <dgm:pt modelId="{504CDF9E-E77A-F643-9D72-EB6251B0F296}" type="pres">
      <dgm:prSet presAssocID="{066446A4-D994-4744-ADE2-A82668AD97B9}" presName="linear" presStyleCnt="0">
        <dgm:presLayoutVars>
          <dgm:animLvl val="lvl"/>
          <dgm:resizeHandles val="exact"/>
        </dgm:presLayoutVars>
      </dgm:prSet>
      <dgm:spPr/>
    </dgm:pt>
    <dgm:pt modelId="{5B2F2BA4-1149-FF4C-9EC8-222D82B3A0E3}" type="pres">
      <dgm:prSet presAssocID="{1326EF62-F5FE-3740-BE25-A5A870D9688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B6C5B10-EFA9-6742-9AA1-BE1706CDC962}" type="pres">
      <dgm:prSet presAssocID="{1326EF62-F5FE-3740-BE25-A5A870D968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357B418-179C-714A-8A85-2B85B9B2993F}" srcId="{1326EF62-F5FE-3740-BE25-A5A870D9688B}" destId="{F6F05596-AAC6-CF42-AE11-05DB944F6966}" srcOrd="0" destOrd="0" parTransId="{ACE69344-0322-D64D-8ABE-C61389212210}" sibTransId="{DAD63A8B-A839-7846-A132-05E8EB0BC03D}"/>
    <dgm:cxn modelId="{01D90525-A528-464F-A042-9011C55EA4AC}" type="presOf" srcId="{1326EF62-F5FE-3740-BE25-A5A870D9688B}" destId="{5B2F2BA4-1149-FF4C-9EC8-222D82B3A0E3}" srcOrd="0" destOrd="0" presId="urn:microsoft.com/office/officeart/2005/8/layout/vList2"/>
    <dgm:cxn modelId="{4FB4E034-558D-F24D-9E1B-6EBE986EDACA}" type="presOf" srcId="{BFB26F8F-7E54-9145-9486-554AD83364EE}" destId="{1B6C5B10-EFA9-6742-9AA1-BE1706CDC962}" srcOrd="0" destOrd="1" presId="urn:microsoft.com/office/officeart/2005/8/layout/vList2"/>
    <dgm:cxn modelId="{8C6F173D-7FBC-B747-BF51-F887FE927574}" srcId="{066446A4-D994-4744-ADE2-A82668AD97B9}" destId="{1326EF62-F5FE-3740-BE25-A5A870D9688B}" srcOrd="0" destOrd="0" parTransId="{1CD62A93-228D-B845-A089-6AB0FD2A9B7C}" sibTransId="{D06F320C-6389-E140-969A-1871F815C1EE}"/>
    <dgm:cxn modelId="{5453E188-A174-A349-93C8-BD99864CAD9A}" type="presOf" srcId="{F6F05596-AAC6-CF42-AE11-05DB944F6966}" destId="{1B6C5B10-EFA9-6742-9AA1-BE1706CDC962}" srcOrd="0" destOrd="0" presId="urn:microsoft.com/office/officeart/2005/8/layout/vList2"/>
    <dgm:cxn modelId="{A80A4BD3-3A03-1341-9027-3AFD4C17C5CC}" type="presOf" srcId="{066446A4-D994-4744-ADE2-A82668AD97B9}" destId="{504CDF9E-E77A-F643-9D72-EB6251B0F296}" srcOrd="0" destOrd="0" presId="urn:microsoft.com/office/officeart/2005/8/layout/vList2"/>
    <dgm:cxn modelId="{923D8AF8-2587-6541-9BD7-8E314E932D74}" srcId="{F6F05596-AAC6-CF42-AE11-05DB944F6966}" destId="{BFB26F8F-7E54-9145-9486-554AD83364EE}" srcOrd="0" destOrd="0" parTransId="{E606A7F2-1AEF-2E4D-A4DB-363DCB3BAA1F}" sibTransId="{D60419B8-6D03-5F44-8734-3ABC5AFB6A05}"/>
    <dgm:cxn modelId="{108680A5-6957-1B4A-9B91-8E081A9E9847}" type="presParOf" srcId="{504CDF9E-E77A-F643-9D72-EB6251B0F296}" destId="{5B2F2BA4-1149-FF4C-9EC8-222D82B3A0E3}" srcOrd="0" destOrd="0" presId="urn:microsoft.com/office/officeart/2005/8/layout/vList2"/>
    <dgm:cxn modelId="{51C193E3-2CAD-7A4F-8044-C1CF4B3116C0}" type="presParOf" srcId="{504CDF9E-E77A-F643-9D72-EB6251B0F296}" destId="{1B6C5B10-EFA9-6742-9AA1-BE1706CDC96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9D03BD3-5CCA-4D63-AE2B-45E679C88DB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FEF8E59-907B-43FC-A3EF-3205D44B08B0}">
      <dgm:prSet/>
      <dgm:spPr/>
      <dgm:t>
        <a:bodyPr/>
        <a:lstStyle/>
        <a:p>
          <a:r>
            <a:rPr lang="en-CA" b="1"/>
            <a:t>Why Iron Matters</a:t>
          </a:r>
          <a:endParaRPr lang="en-US"/>
        </a:p>
      </dgm:t>
    </dgm:pt>
    <dgm:pt modelId="{3ED88E2E-B2E3-432A-B6D5-096F7B2270D3}" type="parTrans" cxnId="{E387088D-600A-4744-8241-DE66CDE30A05}">
      <dgm:prSet/>
      <dgm:spPr/>
      <dgm:t>
        <a:bodyPr/>
        <a:lstStyle/>
        <a:p>
          <a:endParaRPr lang="en-US"/>
        </a:p>
      </dgm:t>
    </dgm:pt>
    <dgm:pt modelId="{AE3C8E3B-6F56-490C-9F13-72E1BF7F610F}" type="sibTrans" cxnId="{E387088D-600A-4744-8241-DE66CDE30A05}">
      <dgm:prSet/>
      <dgm:spPr/>
      <dgm:t>
        <a:bodyPr/>
        <a:lstStyle/>
        <a:p>
          <a:endParaRPr lang="en-US"/>
        </a:p>
      </dgm:t>
    </dgm:pt>
    <dgm:pt modelId="{C060EB72-8567-440E-BF8B-9466E612B20D}">
      <dgm:prSet/>
      <dgm:spPr/>
      <dgm:t>
        <a:bodyPr/>
        <a:lstStyle/>
        <a:p>
          <a:r>
            <a:rPr lang="en-CA"/>
            <a:t>Iron absorbs light at 633nm (HIPS wavelength)</a:t>
          </a:r>
          <a:endParaRPr lang="en-US"/>
        </a:p>
      </dgm:t>
    </dgm:pt>
    <dgm:pt modelId="{106576B6-17E1-4EB1-AB74-6DAE2DE3D7CA}" type="parTrans" cxnId="{CBFC32D4-0266-4E60-AEF2-FF9E7511B41B}">
      <dgm:prSet/>
      <dgm:spPr/>
      <dgm:t>
        <a:bodyPr/>
        <a:lstStyle/>
        <a:p>
          <a:endParaRPr lang="en-US"/>
        </a:p>
      </dgm:t>
    </dgm:pt>
    <dgm:pt modelId="{3C90E6FF-B27E-43E8-B684-B4A80650187D}" type="sibTrans" cxnId="{CBFC32D4-0266-4E60-AEF2-FF9E7511B41B}">
      <dgm:prSet/>
      <dgm:spPr/>
      <dgm:t>
        <a:bodyPr/>
        <a:lstStyle/>
        <a:p>
          <a:endParaRPr lang="en-US"/>
        </a:p>
      </dgm:t>
    </dgm:pt>
    <dgm:pt modelId="{E12EF873-D96C-4D82-B7F9-E29CE6AE51C7}">
      <dgm:prSet/>
      <dgm:spPr/>
      <dgm:t>
        <a:bodyPr/>
        <a:lstStyle/>
        <a:p>
          <a:r>
            <a:rPr lang="en-CA"/>
            <a:t>Ethiopia has significant dust sources</a:t>
          </a:r>
          <a:endParaRPr lang="en-US"/>
        </a:p>
      </dgm:t>
    </dgm:pt>
    <dgm:pt modelId="{A5F21C71-F5A1-46D5-9B98-F8E45310EB44}" type="parTrans" cxnId="{04153C14-876D-44BD-8D43-D358193BA511}">
      <dgm:prSet/>
      <dgm:spPr/>
      <dgm:t>
        <a:bodyPr/>
        <a:lstStyle/>
        <a:p>
          <a:endParaRPr lang="en-US"/>
        </a:p>
      </dgm:t>
    </dgm:pt>
    <dgm:pt modelId="{12B22188-4EF6-4D0D-BFB7-0EE1E028F53A}" type="sibTrans" cxnId="{04153C14-876D-44BD-8D43-D358193BA511}">
      <dgm:prSet/>
      <dgm:spPr/>
      <dgm:t>
        <a:bodyPr/>
        <a:lstStyle/>
        <a:p>
          <a:endParaRPr lang="en-US"/>
        </a:p>
      </dgm:t>
    </dgm:pt>
    <dgm:pt modelId="{F58951D9-75C8-46E0-85E4-AC6303A50169}">
      <dgm:prSet/>
      <dgm:spPr/>
      <dgm:t>
        <a:bodyPr/>
        <a:lstStyle/>
        <a:p>
          <a:r>
            <a:rPr lang="en-CA"/>
            <a:t>Could create "false" BC signal</a:t>
          </a:r>
          <a:endParaRPr lang="en-US"/>
        </a:p>
      </dgm:t>
    </dgm:pt>
    <dgm:pt modelId="{DBCD884E-2A30-4EBE-823C-D7B9AE725984}" type="parTrans" cxnId="{62D65C15-CF11-495C-827D-0FD75A1C3C4A}">
      <dgm:prSet/>
      <dgm:spPr/>
      <dgm:t>
        <a:bodyPr/>
        <a:lstStyle/>
        <a:p>
          <a:endParaRPr lang="en-US"/>
        </a:p>
      </dgm:t>
    </dgm:pt>
    <dgm:pt modelId="{D2140703-48C5-43DB-B93E-0E53045DDD44}" type="sibTrans" cxnId="{62D65C15-CF11-495C-827D-0FD75A1C3C4A}">
      <dgm:prSet/>
      <dgm:spPr/>
      <dgm:t>
        <a:bodyPr/>
        <a:lstStyle/>
        <a:p>
          <a:endParaRPr lang="en-US"/>
        </a:p>
      </dgm:t>
    </dgm:pt>
    <dgm:pt modelId="{B741643B-E595-4D18-BCEE-F594CDC33388}">
      <dgm:prSet/>
      <dgm:spPr/>
      <dgm:t>
        <a:bodyPr/>
        <a:lstStyle/>
        <a:p>
          <a:r>
            <a:rPr lang="en-CA"/>
            <a:t>Average Fe concentration: ~300 ng/m³</a:t>
          </a:r>
          <a:endParaRPr lang="en-US"/>
        </a:p>
      </dgm:t>
    </dgm:pt>
    <dgm:pt modelId="{27DA2792-C588-43DF-9852-0D67474A7EF9}" type="parTrans" cxnId="{DC30048A-9967-4BA8-AF7F-836927BD36CA}">
      <dgm:prSet/>
      <dgm:spPr/>
      <dgm:t>
        <a:bodyPr/>
        <a:lstStyle/>
        <a:p>
          <a:endParaRPr lang="en-US"/>
        </a:p>
      </dgm:t>
    </dgm:pt>
    <dgm:pt modelId="{8642D9C2-14D6-4EF1-A8C7-F1F4760352CD}" type="sibTrans" cxnId="{DC30048A-9967-4BA8-AF7F-836927BD36CA}">
      <dgm:prSet/>
      <dgm:spPr/>
      <dgm:t>
        <a:bodyPr/>
        <a:lstStyle/>
        <a:p>
          <a:endParaRPr lang="en-US"/>
        </a:p>
      </dgm:t>
    </dgm:pt>
    <dgm:pt modelId="{AAB016FD-AB11-4B76-AAB9-B6995E8A4AE0}">
      <dgm:prSet/>
      <dgm:spPr/>
      <dgm:t>
        <a:bodyPr/>
        <a:lstStyle/>
        <a:p>
          <a:r>
            <a:rPr lang="en-CA" b="1"/>
            <a:t>Extinction Coefficients:</a:t>
          </a:r>
          <a:endParaRPr lang="en-US"/>
        </a:p>
      </dgm:t>
    </dgm:pt>
    <dgm:pt modelId="{596CA568-1057-493A-8B3B-E6C5FE24FA62}" type="parTrans" cxnId="{E66C53CD-3A68-4181-A36F-D3084DA73DB5}">
      <dgm:prSet/>
      <dgm:spPr/>
      <dgm:t>
        <a:bodyPr/>
        <a:lstStyle/>
        <a:p>
          <a:endParaRPr lang="en-US"/>
        </a:p>
      </dgm:t>
    </dgm:pt>
    <dgm:pt modelId="{F1A67E1D-1A8B-488F-B43E-33F0F2CA363F}" type="sibTrans" cxnId="{E66C53CD-3A68-4181-A36F-D3084DA73DB5}">
      <dgm:prSet/>
      <dgm:spPr/>
      <dgm:t>
        <a:bodyPr/>
        <a:lstStyle/>
        <a:p>
          <a:endParaRPr lang="en-US"/>
        </a:p>
      </dgm:t>
    </dgm:pt>
    <dgm:pt modelId="{DE25E08D-0B4D-4000-B3B2-92DAF0A639EE}">
      <dgm:prSet/>
      <dgm:spPr/>
      <dgm:t>
        <a:bodyPr/>
        <a:lstStyle/>
        <a:p>
          <a:r>
            <a:rPr lang="en-CA"/>
            <a:t>Iron (Fe³⁺): 2,220 M⁻¹ cm⁻¹</a:t>
          </a:r>
          <a:endParaRPr lang="en-US"/>
        </a:p>
      </dgm:t>
    </dgm:pt>
    <dgm:pt modelId="{5FC45822-F409-473E-A04D-105B810C8868}" type="parTrans" cxnId="{C038E93F-E990-47BB-AD73-422505695F35}">
      <dgm:prSet/>
      <dgm:spPr/>
      <dgm:t>
        <a:bodyPr/>
        <a:lstStyle/>
        <a:p>
          <a:endParaRPr lang="en-US"/>
        </a:p>
      </dgm:t>
    </dgm:pt>
    <dgm:pt modelId="{2AB5C2D5-27CC-49AE-BDAD-801732A9E315}" type="sibTrans" cxnId="{C038E93F-E990-47BB-AD73-422505695F35}">
      <dgm:prSet/>
      <dgm:spPr/>
      <dgm:t>
        <a:bodyPr/>
        <a:lstStyle/>
        <a:p>
          <a:endParaRPr lang="en-US"/>
        </a:p>
      </dgm:t>
    </dgm:pt>
    <dgm:pt modelId="{935871F4-1572-4811-ACDA-7C3962BFF109}">
      <dgm:prSet/>
      <dgm:spPr/>
      <dgm:t>
        <a:bodyPr/>
        <a:lstStyle/>
        <a:p>
          <a:r>
            <a:rPr lang="en-CA"/>
            <a:t>Manganese: 50-500 M⁻¹ cm⁻¹</a:t>
          </a:r>
          <a:endParaRPr lang="en-US"/>
        </a:p>
      </dgm:t>
    </dgm:pt>
    <dgm:pt modelId="{61A6349E-7E59-444D-A083-606B443A9620}" type="parTrans" cxnId="{E2184C75-CF79-4DCB-9BE4-294A22B33F02}">
      <dgm:prSet/>
      <dgm:spPr/>
      <dgm:t>
        <a:bodyPr/>
        <a:lstStyle/>
        <a:p>
          <a:endParaRPr lang="en-US"/>
        </a:p>
      </dgm:t>
    </dgm:pt>
    <dgm:pt modelId="{142E63C8-C525-4553-A22B-D7BE3ED62FA0}" type="sibTrans" cxnId="{E2184C75-CF79-4DCB-9BE4-294A22B33F02}">
      <dgm:prSet/>
      <dgm:spPr/>
      <dgm:t>
        <a:bodyPr/>
        <a:lstStyle/>
        <a:p>
          <a:endParaRPr lang="en-US"/>
        </a:p>
      </dgm:t>
    </dgm:pt>
    <dgm:pt modelId="{9E197584-D20D-49EC-AFBD-9E63E1A8D896}">
      <dgm:prSet/>
      <dgm:spPr/>
      <dgm:t>
        <a:bodyPr/>
        <a:lstStyle/>
        <a:p>
          <a:r>
            <a:rPr lang="en-CA" i="1"/>
            <a:t>Iron is 5-10× stronger absorber</a:t>
          </a:r>
          <a:br>
            <a:rPr lang="en-CA"/>
          </a:br>
          <a:endParaRPr lang="en-US"/>
        </a:p>
      </dgm:t>
    </dgm:pt>
    <dgm:pt modelId="{EF589BF7-601E-4A30-9F6A-16BAA791C74A}" type="parTrans" cxnId="{96FCB432-FCF9-4482-8921-1A5CC5FA93BD}">
      <dgm:prSet/>
      <dgm:spPr/>
      <dgm:t>
        <a:bodyPr/>
        <a:lstStyle/>
        <a:p>
          <a:endParaRPr lang="en-US"/>
        </a:p>
      </dgm:t>
    </dgm:pt>
    <dgm:pt modelId="{17A5D3C2-2B07-48B3-8B3E-838D50A55893}" type="sibTrans" cxnId="{96FCB432-FCF9-4482-8921-1A5CC5FA93BD}">
      <dgm:prSet/>
      <dgm:spPr/>
      <dgm:t>
        <a:bodyPr/>
        <a:lstStyle/>
        <a:p>
          <a:endParaRPr lang="en-US"/>
        </a:p>
      </dgm:t>
    </dgm:pt>
    <dgm:pt modelId="{66BFB3D1-80D1-444D-85DF-47500A1C4AFA}" type="pres">
      <dgm:prSet presAssocID="{E9D03BD3-5CCA-4D63-AE2B-45E679C88DB8}" presName="linear" presStyleCnt="0">
        <dgm:presLayoutVars>
          <dgm:animLvl val="lvl"/>
          <dgm:resizeHandles val="exact"/>
        </dgm:presLayoutVars>
      </dgm:prSet>
      <dgm:spPr/>
    </dgm:pt>
    <dgm:pt modelId="{FFCBF293-FE95-6E4D-89D0-EEEE8F8F6E83}" type="pres">
      <dgm:prSet presAssocID="{DFEF8E59-907B-43FC-A3EF-3205D44B08B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D2DFF36-F8EB-B546-8DB7-6BBED25BEF5A}" type="pres">
      <dgm:prSet presAssocID="{DFEF8E59-907B-43FC-A3EF-3205D44B08B0}" presName="childText" presStyleLbl="revTx" presStyleIdx="0" presStyleCnt="2">
        <dgm:presLayoutVars>
          <dgm:bulletEnabled val="1"/>
        </dgm:presLayoutVars>
      </dgm:prSet>
      <dgm:spPr/>
    </dgm:pt>
    <dgm:pt modelId="{7D978941-C048-B84B-9AC4-B97896973381}" type="pres">
      <dgm:prSet presAssocID="{AAB016FD-AB11-4B76-AAB9-B6995E8A4AE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1E4DE3C-4105-244A-975D-E76BDEA0857A}" type="pres">
      <dgm:prSet presAssocID="{AAB016FD-AB11-4B76-AAB9-B6995E8A4AE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4153C14-876D-44BD-8D43-D358193BA511}" srcId="{DFEF8E59-907B-43FC-A3EF-3205D44B08B0}" destId="{E12EF873-D96C-4D82-B7F9-E29CE6AE51C7}" srcOrd="1" destOrd="0" parTransId="{A5F21C71-F5A1-46D5-9B98-F8E45310EB44}" sibTransId="{12B22188-4EF6-4D0D-BFB7-0EE1E028F53A}"/>
    <dgm:cxn modelId="{62D65C15-CF11-495C-827D-0FD75A1C3C4A}" srcId="{DFEF8E59-907B-43FC-A3EF-3205D44B08B0}" destId="{F58951D9-75C8-46E0-85E4-AC6303A50169}" srcOrd="2" destOrd="0" parTransId="{DBCD884E-2A30-4EBE-823C-D7B9AE725984}" sibTransId="{D2140703-48C5-43DB-B93E-0E53045DDD44}"/>
    <dgm:cxn modelId="{44B6131E-1230-EA4F-8279-E73963831AB7}" type="presOf" srcId="{DE25E08D-0B4D-4000-B3B2-92DAF0A639EE}" destId="{41E4DE3C-4105-244A-975D-E76BDEA0857A}" srcOrd="0" destOrd="0" presId="urn:microsoft.com/office/officeart/2005/8/layout/vList2"/>
    <dgm:cxn modelId="{C80D0627-F382-564E-AE31-CD27F2026676}" type="presOf" srcId="{AAB016FD-AB11-4B76-AAB9-B6995E8A4AE0}" destId="{7D978941-C048-B84B-9AC4-B97896973381}" srcOrd="0" destOrd="0" presId="urn:microsoft.com/office/officeart/2005/8/layout/vList2"/>
    <dgm:cxn modelId="{96FCB432-FCF9-4482-8921-1A5CC5FA93BD}" srcId="{935871F4-1572-4811-ACDA-7C3962BFF109}" destId="{9E197584-D20D-49EC-AFBD-9E63E1A8D896}" srcOrd="0" destOrd="0" parTransId="{EF589BF7-601E-4A30-9F6A-16BAA791C74A}" sibTransId="{17A5D3C2-2B07-48B3-8B3E-838D50A55893}"/>
    <dgm:cxn modelId="{C038E93F-E990-47BB-AD73-422505695F35}" srcId="{AAB016FD-AB11-4B76-AAB9-B6995E8A4AE0}" destId="{DE25E08D-0B4D-4000-B3B2-92DAF0A639EE}" srcOrd="0" destOrd="0" parTransId="{5FC45822-F409-473E-A04D-105B810C8868}" sibTransId="{2AB5C2D5-27CC-49AE-BDAD-801732A9E315}"/>
    <dgm:cxn modelId="{472A0641-150C-F144-91BA-4758002EB38B}" type="presOf" srcId="{DFEF8E59-907B-43FC-A3EF-3205D44B08B0}" destId="{FFCBF293-FE95-6E4D-89D0-EEEE8F8F6E83}" srcOrd="0" destOrd="0" presId="urn:microsoft.com/office/officeart/2005/8/layout/vList2"/>
    <dgm:cxn modelId="{7832054F-585A-E243-B4DB-89C76EB7B254}" type="presOf" srcId="{B741643B-E595-4D18-BCEE-F594CDC33388}" destId="{4D2DFF36-F8EB-B546-8DB7-6BBED25BEF5A}" srcOrd="0" destOrd="3" presId="urn:microsoft.com/office/officeart/2005/8/layout/vList2"/>
    <dgm:cxn modelId="{E2184C75-CF79-4DCB-9BE4-294A22B33F02}" srcId="{AAB016FD-AB11-4B76-AAB9-B6995E8A4AE0}" destId="{935871F4-1572-4811-ACDA-7C3962BFF109}" srcOrd="1" destOrd="0" parTransId="{61A6349E-7E59-444D-A083-606B443A9620}" sibTransId="{142E63C8-C525-4553-A22B-D7BE3ED62FA0}"/>
    <dgm:cxn modelId="{DC30048A-9967-4BA8-AF7F-836927BD36CA}" srcId="{DFEF8E59-907B-43FC-A3EF-3205D44B08B0}" destId="{B741643B-E595-4D18-BCEE-F594CDC33388}" srcOrd="3" destOrd="0" parTransId="{27DA2792-C588-43DF-9852-0D67474A7EF9}" sibTransId="{8642D9C2-14D6-4EF1-A8C7-F1F4760352CD}"/>
    <dgm:cxn modelId="{E387088D-600A-4744-8241-DE66CDE30A05}" srcId="{E9D03BD3-5CCA-4D63-AE2B-45E679C88DB8}" destId="{DFEF8E59-907B-43FC-A3EF-3205D44B08B0}" srcOrd="0" destOrd="0" parTransId="{3ED88E2E-B2E3-432A-B6D5-096F7B2270D3}" sibTransId="{AE3C8E3B-6F56-490C-9F13-72E1BF7F610F}"/>
    <dgm:cxn modelId="{87B2879F-CE31-A94E-B258-AE19D1756E77}" type="presOf" srcId="{9E197584-D20D-49EC-AFBD-9E63E1A8D896}" destId="{41E4DE3C-4105-244A-975D-E76BDEA0857A}" srcOrd="0" destOrd="2" presId="urn:microsoft.com/office/officeart/2005/8/layout/vList2"/>
    <dgm:cxn modelId="{89B268C0-7C07-5343-9609-EC716405AECB}" type="presOf" srcId="{F58951D9-75C8-46E0-85E4-AC6303A50169}" destId="{4D2DFF36-F8EB-B546-8DB7-6BBED25BEF5A}" srcOrd="0" destOrd="2" presId="urn:microsoft.com/office/officeart/2005/8/layout/vList2"/>
    <dgm:cxn modelId="{2CE99BC0-4A0A-EE48-8EA8-6519BE06F990}" type="presOf" srcId="{E12EF873-D96C-4D82-B7F9-E29CE6AE51C7}" destId="{4D2DFF36-F8EB-B546-8DB7-6BBED25BEF5A}" srcOrd="0" destOrd="1" presId="urn:microsoft.com/office/officeart/2005/8/layout/vList2"/>
    <dgm:cxn modelId="{C1FBBFC8-BA56-3342-8E48-F824339C5614}" type="presOf" srcId="{C060EB72-8567-440E-BF8B-9466E612B20D}" destId="{4D2DFF36-F8EB-B546-8DB7-6BBED25BEF5A}" srcOrd="0" destOrd="0" presId="urn:microsoft.com/office/officeart/2005/8/layout/vList2"/>
    <dgm:cxn modelId="{E66C53CD-3A68-4181-A36F-D3084DA73DB5}" srcId="{E9D03BD3-5CCA-4D63-AE2B-45E679C88DB8}" destId="{AAB016FD-AB11-4B76-AAB9-B6995E8A4AE0}" srcOrd="1" destOrd="0" parTransId="{596CA568-1057-493A-8B3B-E6C5FE24FA62}" sibTransId="{F1A67E1D-1A8B-488F-B43E-33F0F2CA363F}"/>
    <dgm:cxn modelId="{CBFC32D4-0266-4E60-AEF2-FF9E7511B41B}" srcId="{DFEF8E59-907B-43FC-A3EF-3205D44B08B0}" destId="{C060EB72-8567-440E-BF8B-9466E612B20D}" srcOrd="0" destOrd="0" parTransId="{106576B6-17E1-4EB1-AB74-6DAE2DE3D7CA}" sibTransId="{3C90E6FF-B27E-43E8-B684-B4A80650187D}"/>
    <dgm:cxn modelId="{535A0CE1-4C01-D94D-92F6-19B41C28C13E}" type="presOf" srcId="{E9D03BD3-5CCA-4D63-AE2B-45E679C88DB8}" destId="{66BFB3D1-80D1-444D-85DF-47500A1C4AFA}" srcOrd="0" destOrd="0" presId="urn:microsoft.com/office/officeart/2005/8/layout/vList2"/>
    <dgm:cxn modelId="{F255FDFD-0593-0140-AEF3-27AE1695B34D}" type="presOf" srcId="{935871F4-1572-4811-ACDA-7C3962BFF109}" destId="{41E4DE3C-4105-244A-975D-E76BDEA0857A}" srcOrd="0" destOrd="1" presId="urn:microsoft.com/office/officeart/2005/8/layout/vList2"/>
    <dgm:cxn modelId="{F10473C5-8812-C64F-BA34-4498E94A2601}" type="presParOf" srcId="{66BFB3D1-80D1-444D-85DF-47500A1C4AFA}" destId="{FFCBF293-FE95-6E4D-89D0-EEEE8F8F6E83}" srcOrd="0" destOrd="0" presId="urn:microsoft.com/office/officeart/2005/8/layout/vList2"/>
    <dgm:cxn modelId="{C7ACE225-3E82-0942-9AA4-ACB01B5E05F5}" type="presParOf" srcId="{66BFB3D1-80D1-444D-85DF-47500A1C4AFA}" destId="{4D2DFF36-F8EB-B546-8DB7-6BBED25BEF5A}" srcOrd="1" destOrd="0" presId="urn:microsoft.com/office/officeart/2005/8/layout/vList2"/>
    <dgm:cxn modelId="{6E72DA89-98B5-0844-85F6-822DA5E63E1C}" type="presParOf" srcId="{66BFB3D1-80D1-444D-85DF-47500A1C4AFA}" destId="{7D978941-C048-B84B-9AC4-B97896973381}" srcOrd="2" destOrd="0" presId="urn:microsoft.com/office/officeart/2005/8/layout/vList2"/>
    <dgm:cxn modelId="{B0DEA38C-3572-F347-9622-BFDED1DDBB78}" type="presParOf" srcId="{66BFB3D1-80D1-444D-85DF-47500A1C4AFA}" destId="{41E4DE3C-4105-244A-975D-E76BDEA0857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D5361FD-7983-454A-BB17-8D1DB939BDA6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DB3F2E-1106-3A4D-8EC8-D8F733D3846B}">
      <dgm:prSet/>
      <dgm:spPr/>
      <dgm:t>
        <a:bodyPr/>
        <a:lstStyle/>
        <a:p>
          <a:r>
            <a:rPr lang="en-CA" b="1"/>
            <a:t>FTIR-EC vs Aethalometer</a:t>
          </a:r>
          <a:endParaRPr lang="en-CA"/>
        </a:p>
      </dgm:t>
    </dgm:pt>
    <dgm:pt modelId="{6CD85E56-DF8E-244B-9459-1B4E99197A7A}" type="parTrans" cxnId="{2C93CB98-67A9-6749-821E-9CAF0B619AAC}">
      <dgm:prSet/>
      <dgm:spPr/>
      <dgm:t>
        <a:bodyPr/>
        <a:lstStyle/>
        <a:p>
          <a:endParaRPr lang="en-US"/>
        </a:p>
      </dgm:t>
    </dgm:pt>
    <dgm:pt modelId="{DF6D0A83-E1B0-694D-9093-0F90003511F0}" type="sibTrans" cxnId="{2C93CB98-67A9-6749-821E-9CAF0B619AAC}">
      <dgm:prSet/>
      <dgm:spPr/>
      <dgm:t>
        <a:bodyPr/>
        <a:lstStyle/>
        <a:p>
          <a:endParaRPr lang="en-US"/>
        </a:p>
      </dgm:t>
    </dgm:pt>
    <dgm:pt modelId="{CAF62E5D-F715-9141-9975-1683F16076F9}">
      <dgm:prSet/>
      <dgm:spPr/>
      <dgm:t>
        <a:bodyPr/>
        <a:lstStyle/>
        <a:p>
          <a:r>
            <a:rPr lang="en-CA" b="1" dirty="0"/>
            <a:t>Correlation:</a:t>
          </a:r>
          <a:r>
            <a:rPr lang="en-CA" dirty="0"/>
            <a:t> r</a:t>
          </a:r>
          <a:r>
            <a:rPr lang="en-CA" baseline="30000" dirty="0"/>
            <a:t>2</a:t>
          </a:r>
          <a:r>
            <a:rPr lang="en-CA" dirty="0"/>
            <a:t> = 0.608</a:t>
          </a:r>
        </a:p>
      </dgm:t>
    </dgm:pt>
    <dgm:pt modelId="{8D7C17F4-A3B8-754F-BF85-72ACDFF81404}" type="parTrans" cxnId="{5DF8E956-0F45-B44C-95F2-8FBD9FD155A9}">
      <dgm:prSet/>
      <dgm:spPr/>
      <dgm:t>
        <a:bodyPr/>
        <a:lstStyle/>
        <a:p>
          <a:endParaRPr lang="en-US"/>
        </a:p>
      </dgm:t>
    </dgm:pt>
    <dgm:pt modelId="{C35CE1E7-94B0-1949-91C9-FB2A80A71CB3}" type="sibTrans" cxnId="{5DF8E956-0F45-B44C-95F2-8FBD9FD155A9}">
      <dgm:prSet/>
      <dgm:spPr/>
      <dgm:t>
        <a:bodyPr/>
        <a:lstStyle/>
        <a:p>
          <a:endParaRPr lang="en-US"/>
        </a:p>
      </dgm:t>
    </dgm:pt>
    <dgm:pt modelId="{C0C97FE7-0122-9D4F-9C35-646F205072C9}">
      <dgm:prSet/>
      <dgm:spPr/>
      <dgm:t>
        <a:bodyPr/>
        <a:lstStyle/>
        <a:p>
          <a:r>
            <a:rPr lang="en-CA" b="1"/>
            <a:t>Systematic offset:</a:t>
          </a:r>
          <a:r>
            <a:rPr lang="en-CA"/>
            <a:t> Aethalometer consistently higher</a:t>
          </a:r>
        </a:p>
      </dgm:t>
    </dgm:pt>
    <dgm:pt modelId="{81CB6F5C-3EE7-A641-A8D3-3AF549F647C8}" type="parTrans" cxnId="{F8E80CB0-A289-A14F-9CE7-515531EC0E81}">
      <dgm:prSet/>
      <dgm:spPr/>
      <dgm:t>
        <a:bodyPr/>
        <a:lstStyle/>
        <a:p>
          <a:endParaRPr lang="en-US"/>
        </a:p>
      </dgm:t>
    </dgm:pt>
    <dgm:pt modelId="{DE2867E8-08C5-0B49-BD90-370BA1C78022}" type="sibTrans" cxnId="{F8E80CB0-A289-A14F-9CE7-515531EC0E81}">
      <dgm:prSet/>
      <dgm:spPr/>
      <dgm:t>
        <a:bodyPr/>
        <a:lstStyle/>
        <a:p>
          <a:endParaRPr lang="en-US"/>
        </a:p>
      </dgm:t>
    </dgm:pt>
    <dgm:pt modelId="{EF952712-2D98-4E4F-AE87-0CDC492188E3}">
      <dgm:prSet/>
      <dgm:spPr/>
      <dgm:t>
        <a:bodyPr/>
        <a:lstStyle/>
        <a:p>
          <a:r>
            <a:rPr lang="en-CA" b="1"/>
            <a:t>Bias:</a:t>
          </a:r>
          <a:r>
            <a:rPr lang="en-CA"/>
            <a:t> ~2× overestimation by aethalometer</a:t>
          </a:r>
        </a:p>
      </dgm:t>
    </dgm:pt>
    <dgm:pt modelId="{C7E7D91B-3CB3-1F4E-94B1-09E9725827EF}" type="parTrans" cxnId="{3CC26BCD-F65A-5540-B36F-57D01A5B11DA}">
      <dgm:prSet/>
      <dgm:spPr/>
      <dgm:t>
        <a:bodyPr/>
        <a:lstStyle/>
        <a:p>
          <a:endParaRPr lang="en-US"/>
        </a:p>
      </dgm:t>
    </dgm:pt>
    <dgm:pt modelId="{6CC046B7-5A9C-7245-865E-AE7B0B2A07AB}" type="sibTrans" cxnId="{3CC26BCD-F65A-5540-B36F-57D01A5B11DA}">
      <dgm:prSet/>
      <dgm:spPr/>
      <dgm:t>
        <a:bodyPr/>
        <a:lstStyle/>
        <a:p>
          <a:endParaRPr lang="en-US"/>
        </a:p>
      </dgm:t>
    </dgm:pt>
    <dgm:pt modelId="{003166AE-0AC3-F34B-9193-40F2C0995349}">
      <dgm:prSet/>
      <dgm:spPr/>
      <dgm:t>
        <a:bodyPr/>
        <a:lstStyle/>
        <a:p>
          <a:r>
            <a:rPr lang="en-CA" b="1"/>
            <a:t>HIPS vs Aethalometer</a:t>
          </a:r>
          <a:endParaRPr lang="en-CA"/>
        </a:p>
      </dgm:t>
    </dgm:pt>
    <dgm:pt modelId="{F1403E40-FF5A-B346-8F87-DD7B3F55E312}" type="parTrans" cxnId="{510E00C8-4AA7-BC4E-9A91-EE48470F6FF9}">
      <dgm:prSet/>
      <dgm:spPr/>
      <dgm:t>
        <a:bodyPr/>
        <a:lstStyle/>
        <a:p>
          <a:endParaRPr lang="en-US"/>
        </a:p>
      </dgm:t>
    </dgm:pt>
    <dgm:pt modelId="{E9475140-D041-6C40-8D8B-EC8A2CC47DF8}" type="sibTrans" cxnId="{510E00C8-4AA7-BC4E-9A91-EE48470F6FF9}">
      <dgm:prSet/>
      <dgm:spPr/>
      <dgm:t>
        <a:bodyPr/>
        <a:lstStyle/>
        <a:p>
          <a:endParaRPr lang="en-US"/>
        </a:p>
      </dgm:t>
    </dgm:pt>
    <dgm:pt modelId="{18E9BF49-FF1E-B545-BA8B-9F0E1D3C68BC}">
      <dgm:prSet/>
      <dgm:spPr/>
      <dgm:t>
        <a:bodyPr/>
        <a:lstStyle/>
        <a:p>
          <a:r>
            <a:rPr lang="en-CA" b="1" dirty="0"/>
            <a:t>Correlation:</a:t>
          </a:r>
          <a:r>
            <a:rPr lang="en-CA" dirty="0"/>
            <a:t> r</a:t>
          </a:r>
          <a:r>
            <a:rPr lang="en-CA" baseline="30000" dirty="0"/>
            <a:t>2</a:t>
          </a:r>
          <a:r>
            <a:rPr lang="en-CA" dirty="0"/>
            <a:t> = 0.558</a:t>
          </a:r>
        </a:p>
      </dgm:t>
    </dgm:pt>
    <dgm:pt modelId="{73BB6787-82DB-4349-A723-6A8D745AB70F}" type="parTrans" cxnId="{2BC6A6EA-8006-1E42-BCD0-116DB4FB43A0}">
      <dgm:prSet/>
      <dgm:spPr/>
      <dgm:t>
        <a:bodyPr/>
        <a:lstStyle/>
        <a:p>
          <a:endParaRPr lang="en-US"/>
        </a:p>
      </dgm:t>
    </dgm:pt>
    <dgm:pt modelId="{2E424EE7-D785-4C48-B200-F82DBD9DA142}" type="sibTrans" cxnId="{2BC6A6EA-8006-1E42-BCD0-116DB4FB43A0}">
      <dgm:prSet/>
      <dgm:spPr/>
      <dgm:t>
        <a:bodyPr/>
        <a:lstStyle/>
        <a:p>
          <a:endParaRPr lang="en-US"/>
        </a:p>
      </dgm:t>
    </dgm:pt>
    <dgm:pt modelId="{BB52DCD6-2552-4446-9ECD-A1B93E2CD54A}">
      <dgm:prSet/>
      <dgm:spPr/>
      <dgm:t>
        <a:bodyPr/>
        <a:lstStyle/>
        <a:p>
          <a:r>
            <a:rPr lang="en-CA" b="1"/>
            <a:t>Similar bias pattern:</a:t>
          </a:r>
          <a:r>
            <a:rPr lang="en-CA"/>
            <a:t> Aethalometer systematically high</a:t>
          </a:r>
        </a:p>
      </dgm:t>
    </dgm:pt>
    <dgm:pt modelId="{7FDDC8C2-D324-0646-9FC4-C5C5BFAE5F32}" type="parTrans" cxnId="{0B37950E-B877-8C41-88E0-2EED3EF6538E}">
      <dgm:prSet/>
      <dgm:spPr/>
      <dgm:t>
        <a:bodyPr/>
        <a:lstStyle/>
        <a:p>
          <a:endParaRPr lang="en-US"/>
        </a:p>
      </dgm:t>
    </dgm:pt>
    <dgm:pt modelId="{F4A3D932-47BE-494C-AD3F-9360A4F4EF0A}" type="sibTrans" cxnId="{0B37950E-B877-8C41-88E0-2EED3EF6538E}">
      <dgm:prSet/>
      <dgm:spPr/>
      <dgm:t>
        <a:bodyPr/>
        <a:lstStyle/>
        <a:p>
          <a:endParaRPr lang="en-US"/>
        </a:p>
      </dgm:t>
    </dgm:pt>
    <dgm:pt modelId="{94972D95-B9ED-0D43-BCAB-397865F9B494}">
      <dgm:prSet/>
      <dgm:spPr/>
      <dgm:t>
        <a:bodyPr/>
        <a:lstStyle/>
        <a:p>
          <a:r>
            <a:rPr lang="en-CA" b="1"/>
            <a:t>Temporal consistency:</a:t>
          </a:r>
          <a:r>
            <a:rPr lang="en-CA"/>
            <a:t> All methods track same events</a:t>
          </a:r>
        </a:p>
      </dgm:t>
    </dgm:pt>
    <dgm:pt modelId="{7F6DABA8-44C9-6F4D-B53A-FA3DCE6E2E1E}" type="parTrans" cxnId="{CB7F75F8-07CD-1E46-BF87-3D03B3DBE1BC}">
      <dgm:prSet/>
      <dgm:spPr/>
      <dgm:t>
        <a:bodyPr/>
        <a:lstStyle/>
        <a:p>
          <a:endParaRPr lang="en-US"/>
        </a:p>
      </dgm:t>
    </dgm:pt>
    <dgm:pt modelId="{F49D8FFF-9C68-AB41-83E3-AD144FD4DB1A}" type="sibTrans" cxnId="{CB7F75F8-07CD-1E46-BF87-3D03B3DBE1BC}">
      <dgm:prSet/>
      <dgm:spPr/>
      <dgm:t>
        <a:bodyPr/>
        <a:lstStyle/>
        <a:p>
          <a:endParaRPr lang="en-US"/>
        </a:p>
      </dgm:t>
    </dgm:pt>
    <dgm:pt modelId="{F6AF890B-E590-3742-8945-B55DA601E9D2}">
      <dgm:prSet/>
      <dgm:spPr/>
      <dgm:t>
        <a:bodyPr/>
        <a:lstStyle/>
        <a:p>
          <a:r>
            <a:rPr lang="en-CA" b="1"/>
            <a:t>Key Finding: Systematic Aethalometer Bias</a:t>
          </a:r>
          <a:endParaRPr lang="en-CA"/>
        </a:p>
      </dgm:t>
    </dgm:pt>
    <dgm:pt modelId="{97B1B4DA-2822-2F4A-B2A5-DF7489AA9B7C}" type="parTrans" cxnId="{9EA633CF-E872-F14C-B89F-8D77695F5CED}">
      <dgm:prSet/>
      <dgm:spPr/>
      <dgm:t>
        <a:bodyPr/>
        <a:lstStyle/>
        <a:p>
          <a:endParaRPr lang="en-US"/>
        </a:p>
      </dgm:t>
    </dgm:pt>
    <dgm:pt modelId="{1B6E34B5-D063-A34D-AEE2-60489F753420}" type="sibTrans" cxnId="{9EA633CF-E872-F14C-B89F-8D77695F5CED}">
      <dgm:prSet/>
      <dgm:spPr/>
      <dgm:t>
        <a:bodyPr/>
        <a:lstStyle/>
        <a:p>
          <a:endParaRPr lang="en-US"/>
        </a:p>
      </dgm:t>
    </dgm:pt>
    <dgm:pt modelId="{1D50F992-FAAF-DB48-A5A8-06ECA61771FF}">
      <dgm:prSet/>
      <dgm:spPr/>
      <dgm:t>
        <a:bodyPr/>
        <a:lstStyle/>
        <a:p>
          <a:r>
            <a:rPr lang="en-CA" b="1"/>
            <a:t>Magnitude:</a:t>
          </a:r>
          <a:r>
            <a:rPr lang="en-CA"/>
            <a:t> Aethalometer mean = 7.7 </a:t>
          </a:r>
          <a:r>
            <a:rPr lang="el-GR"/>
            <a:t>μ</a:t>
          </a:r>
          <a:r>
            <a:rPr lang="en-CA"/>
            <a:t>g/m³</a:t>
          </a:r>
        </a:p>
      </dgm:t>
    </dgm:pt>
    <dgm:pt modelId="{EC5427EE-1730-BB4D-A75E-7E32F2227448}" type="parTrans" cxnId="{AC199301-EFE9-064D-BB58-6E1C556AB04F}">
      <dgm:prSet/>
      <dgm:spPr/>
      <dgm:t>
        <a:bodyPr/>
        <a:lstStyle/>
        <a:p>
          <a:endParaRPr lang="en-US"/>
        </a:p>
      </dgm:t>
    </dgm:pt>
    <dgm:pt modelId="{88CFA16E-CDFA-6C40-B89A-90C38C026127}" type="sibTrans" cxnId="{AC199301-EFE9-064D-BB58-6E1C556AB04F}">
      <dgm:prSet/>
      <dgm:spPr/>
      <dgm:t>
        <a:bodyPr/>
        <a:lstStyle/>
        <a:p>
          <a:endParaRPr lang="en-US"/>
        </a:p>
      </dgm:t>
    </dgm:pt>
    <dgm:pt modelId="{BCDE842B-3969-CF41-8323-0DAC2DBD509C}">
      <dgm:prSet/>
      <dgm:spPr/>
      <dgm:t>
        <a:bodyPr/>
        <a:lstStyle/>
        <a:p>
          <a:r>
            <a:rPr lang="en-CA" b="1"/>
            <a:t>FTIR/HIPS:</a:t>
          </a:r>
          <a:r>
            <a:rPr lang="en-CA"/>
            <a:t> Both ~4.6 </a:t>
          </a:r>
          <a:r>
            <a:rPr lang="el-GR"/>
            <a:t>μ</a:t>
          </a:r>
          <a:r>
            <a:rPr lang="en-CA"/>
            <a:t>g/m³</a:t>
          </a:r>
        </a:p>
      </dgm:t>
    </dgm:pt>
    <dgm:pt modelId="{ACEAB190-2F47-6549-A784-5A8BEE147AA0}" type="parTrans" cxnId="{1F54326E-926A-734E-9C74-A0A551F6E8BE}">
      <dgm:prSet/>
      <dgm:spPr/>
      <dgm:t>
        <a:bodyPr/>
        <a:lstStyle/>
        <a:p>
          <a:endParaRPr lang="en-US"/>
        </a:p>
      </dgm:t>
    </dgm:pt>
    <dgm:pt modelId="{4F4FE6EC-3DC7-714E-8C96-6AE78EF6D5C7}" type="sibTrans" cxnId="{1F54326E-926A-734E-9C74-A0A551F6E8BE}">
      <dgm:prSet/>
      <dgm:spPr/>
      <dgm:t>
        <a:bodyPr/>
        <a:lstStyle/>
        <a:p>
          <a:endParaRPr lang="en-US"/>
        </a:p>
      </dgm:t>
    </dgm:pt>
    <dgm:pt modelId="{7D513FE7-5ABA-0A43-81AA-090567794494}">
      <dgm:prSet/>
      <dgm:spPr/>
      <dgm:t>
        <a:bodyPr/>
        <a:lstStyle/>
        <a:p>
          <a:r>
            <a:rPr lang="en-CA" b="1" dirty="0"/>
            <a:t>Implication:</a:t>
          </a:r>
          <a:r>
            <a:rPr lang="en-CA" dirty="0"/>
            <a:t> Default aethalometer corrections inappropriate for this site</a:t>
          </a:r>
        </a:p>
      </dgm:t>
    </dgm:pt>
    <dgm:pt modelId="{CEBFEA04-DBA6-3748-B644-7B50A96B6A64}" type="parTrans" cxnId="{61D50FE2-2BBF-CB42-8DE2-62843F573116}">
      <dgm:prSet/>
      <dgm:spPr/>
      <dgm:t>
        <a:bodyPr/>
        <a:lstStyle/>
        <a:p>
          <a:endParaRPr lang="en-US"/>
        </a:p>
      </dgm:t>
    </dgm:pt>
    <dgm:pt modelId="{17CA93F4-7996-4E4C-82BE-EC11FF6898A7}" type="sibTrans" cxnId="{61D50FE2-2BBF-CB42-8DE2-62843F573116}">
      <dgm:prSet/>
      <dgm:spPr/>
      <dgm:t>
        <a:bodyPr/>
        <a:lstStyle/>
        <a:p>
          <a:endParaRPr lang="en-US"/>
        </a:p>
      </dgm:t>
    </dgm:pt>
    <dgm:pt modelId="{F5B7FB47-07E6-6A40-97B3-C81214794F9C}">
      <dgm:prSet/>
      <dgm:spPr/>
      <dgm:t>
        <a:bodyPr/>
        <a:lstStyle/>
        <a:p>
          <a:r>
            <a:rPr lang="en-CA" b="1" dirty="0"/>
            <a:t>Possible causes:</a:t>
          </a:r>
          <a:r>
            <a:rPr lang="en-CA" dirty="0"/>
            <a:t> Filter loading, MAC assumptions, baseline corrections</a:t>
          </a:r>
        </a:p>
      </dgm:t>
    </dgm:pt>
    <dgm:pt modelId="{FBC3D116-EC8A-BB4F-96D7-7AA38586B1A8}" type="parTrans" cxnId="{B39493B3-A19E-9D4B-A6A5-59A7FEE5BC26}">
      <dgm:prSet/>
      <dgm:spPr/>
      <dgm:t>
        <a:bodyPr/>
        <a:lstStyle/>
        <a:p>
          <a:endParaRPr lang="en-US"/>
        </a:p>
      </dgm:t>
    </dgm:pt>
    <dgm:pt modelId="{21373C12-5972-EE4D-8C22-AFB4FEF1164A}" type="sibTrans" cxnId="{B39493B3-A19E-9D4B-A6A5-59A7FEE5BC26}">
      <dgm:prSet/>
      <dgm:spPr/>
      <dgm:t>
        <a:bodyPr/>
        <a:lstStyle/>
        <a:p>
          <a:endParaRPr lang="en-US"/>
        </a:p>
      </dgm:t>
    </dgm:pt>
    <dgm:pt modelId="{58CE9296-28C3-594F-B14B-302DD6C9D5BF}">
      <dgm:prSet/>
      <dgm:spPr/>
      <dgm:t>
        <a:bodyPr/>
        <a:lstStyle/>
        <a:p>
          <a:r>
            <a:rPr lang="en-CA" b="1"/>
            <a:t>Critical Insight:</a:t>
          </a:r>
          <a:r>
            <a:rPr lang="en-CA"/>
            <a:t> </a:t>
          </a:r>
        </a:p>
      </dgm:t>
    </dgm:pt>
    <dgm:pt modelId="{04411CF7-67B8-4041-81FB-55F856223174}" type="parTrans" cxnId="{44184641-F5AC-394B-A9C6-79A888404835}">
      <dgm:prSet/>
      <dgm:spPr/>
      <dgm:t>
        <a:bodyPr/>
        <a:lstStyle/>
        <a:p>
          <a:endParaRPr lang="en-US"/>
        </a:p>
      </dgm:t>
    </dgm:pt>
    <dgm:pt modelId="{254AB8CE-0120-234C-A6B3-4EE7AF4A069E}" type="sibTrans" cxnId="{44184641-F5AC-394B-A9C6-79A888404835}">
      <dgm:prSet/>
      <dgm:spPr/>
      <dgm:t>
        <a:bodyPr/>
        <a:lstStyle/>
        <a:p>
          <a:endParaRPr lang="en-US"/>
        </a:p>
      </dgm:t>
    </dgm:pt>
    <dgm:pt modelId="{A75E44B4-78AB-B042-BFFD-22A31A74B4CD}">
      <dgm:prSet/>
      <dgm:spPr/>
      <dgm:t>
        <a:bodyPr/>
        <a:lstStyle/>
        <a:p>
          <a:r>
            <a:rPr lang="en-CA"/>
            <a:t>Underlying factor causing systematic aethalometer overestimation needs investigation</a:t>
          </a:r>
        </a:p>
      </dgm:t>
    </dgm:pt>
    <dgm:pt modelId="{7BC562AF-703D-7442-8C9F-96E615EFD1E7}" type="parTrans" cxnId="{D2BE240F-0383-A34A-BB37-FF663161ED8E}">
      <dgm:prSet/>
      <dgm:spPr/>
      <dgm:t>
        <a:bodyPr/>
        <a:lstStyle/>
        <a:p>
          <a:endParaRPr lang="en-US"/>
        </a:p>
      </dgm:t>
    </dgm:pt>
    <dgm:pt modelId="{0AADE468-78AA-A646-AE4A-565719670799}" type="sibTrans" cxnId="{D2BE240F-0383-A34A-BB37-FF663161ED8E}">
      <dgm:prSet/>
      <dgm:spPr/>
      <dgm:t>
        <a:bodyPr/>
        <a:lstStyle/>
        <a:p>
          <a:endParaRPr lang="en-US"/>
        </a:p>
      </dgm:t>
    </dgm:pt>
    <dgm:pt modelId="{396C2E0E-63C1-614E-B472-97A9EC6E0E39}" type="pres">
      <dgm:prSet presAssocID="{2D5361FD-7983-454A-BB17-8D1DB939BDA6}" presName="Name0" presStyleCnt="0">
        <dgm:presLayoutVars>
          <dgm:dir/>
          <dgm:resizeHandles val="exact"/>
        </dgm:presLayoutVars>
      </dgm:prSet>
      <dgm:spPr/>
    </dgm:pt>
    <dgm:pt modelId="{77B3CE49-4820-8947-B98A-5E5D39DA8305}" type="pres">
      <dgm:prSet presAssocID="{95DB3F2E-1106-3A4D-8EC8-D8F733D3846B}" presName="node" presStyleLbl="node1" presStyleIdx="0" presStyleCnt="4">
        <dgm:presLayoutVars>
          <dgm:bulletEnabled val="1"/>
        </dgm:presLayoutVars>
      </dgm:prSet>
      <dgm:spPr/>
    </dgm:pt>
    <dgm:pt modelId="{B712AFC2-F03A-CB49-801F-34AD3ABC4DD8}" type="pres">
      <dgm:prSet presAssocID="{DF6D0A83-E1B0-694D-9093-0F90003511F0}" presName="sibTrans" presStyleCnt="0"/>
      <dgm:spPr/>
    </dgm:pt>
    <dgm:pt modelId="{BF917EA8-92E6-5342-BAEA-1A7E229A31BA}" type="pres">
      <dgm:prSet presAssocID="{003166AE-0AC3-F34B-9193-40F2C0995349}" presName="node" presStyleLbl="node1" presStyleIdx="1" presStyleCnt="4">
        <dgm:presLayoutVars>
          <dgm:bulletEnabled val="1"/>
        </dgm:presLayoutVars>
      </dgm:prSet>
      <dgm:spPr/>
    </dgm:pt>
    <dgm:pt modelId="{B933BD5E-23EA-1040-961D-8732CC83273E}" type="pres">
      <dgm:prSet presAssocID="{E9475140-D041-6C40-8D8B-EC8A2CC47DF8}" presName="sibTrans" presStyleCnt="0"/>
      <dgm:spPr/>
    </dgm:pt>
    <dgm:pt modelId="{42436737-8D59-EB4F-9624-7426208A051F}" type="pres">
      <dgm:prSet presAssocID="{F6AF890B-E590-3742-8945-B55DA601E9D2}" presName="node" presStyleLbl="node1" presStyleIdx="2" presStyleCnt="4">
        <dgm:presLayoutVars>
          <dgm:bulletEnabled val="1"/>
        </dgm:presLayoutVars>
      </dgm:prSet>
      <dgm:spPr/>
    </dgm:pt>
    <dgm:pt modelId="{DD58A29B-8248-B046-AD83-28F3748D8ABC}" type="pres">
      <dgm:prSet presAssocID="{1B6E34B5-D063-A34D-AEE2-60489F753420}" presName="sibTrans" presStyleCnt="0"/>
      <dgm:spPr/>
    </dgm:pt>
    <dgm:pt modelId="{44BEB534-B894-2345-A61F-39283BCDF3AF}" type="pres">
      <dgm:prSet presAssocID="{58CE9296-28C3-594F-B14B-302DD6C9D5BF}" presName="node" presStyleLbl="node1" presStyleIdx="3" presStyleCnt="4">
        <dgm:presLayoutVars>
          <dgm:bulletEnabled val="1"/>
        </dgm:presLayoutVars>
      </dgm:prSet>
      <dgm:spPr/>
    </dgm:pt>
  </dgm:ptLst>
  <dgm:cxnLst>
    <dgm:cxn modelId="{AC199301-EFE9-064D-BB58-6E1C556AB04F}" srcId="{F6AF890B-E590-3742-8945-B55DA601E9D2}" destId="{1D50F992-FAAF-DB48-A5A8-06ECA61771FF}" srcOrd="0" destOrd="0" parTransId="{EC5427EE-1730-BB4D-A75E-7E32F2227448}" sibTransId="{88CFA16E-CDFA-6C40-B89A-90C38C026127}"/>
    <dgm:cxn modelId="{EBF64102-17B4-EA46-ABC5-7CFBD57D928F}" type="presOf" srcId="{94972D95-B9ED-0D43-BCAB-397865F9B494}" destId="{BF917EA8-92E6-5342-BAEA-1A7E229A31BA}" srcOrd="0" destOrd="3" presId="urn:microsoft.com/office/officeart/2005/8/layout/hList6"/>
    <dgm:cxn modelId="{1C86B706-BCE5-DA4B-B063-AB4DDE69310F}" type="presOf" srcId="{95DB3F2E-1106-3A4D-8EC8-D8F733D3846B}" destId="{77B3CE49-4820-8947-B98A-5E5D39DA8305}" srcOrd="0" destOrd="0" presId="urn:microsoft.com/office/officeart/2005/8/layout/hList6"/>
    <dgm:cxn modelId="{0B37950E-B877-8C41-88E0-2EED3EF6538E}" srcId="{003166AE-0AC3-F34B-9193-40F2C0995349}" destId="{BB52DCD6-2552-4446-9ECD-A1B93E2CD54A}" srcOrd="1" destOrd="0" parTransId="{7FDDC8C2-D324-0646-9FC4-C5C5BFAE5F32}" sibTransId="{F4A3D932-47BE-494C-AD3F-9360A4F4EF0A}"/>
    <dgm:cxn modelId="{D2BE240F-0383-A34A-BB37-FF663161ED8E}" srcId="{58CE9296-28C3-594F-B14B-302DD6C9D5BF}" destId="{A75E44B4-78AB-B042-BFFD-22A31A74B4CD}" srcOrd="0" destOrd="0" parTransId="{7BC562AF-703D-7442-8C9F-96E615EFD1E7}" sibTransId="{0AADE468-78AA-A646-AE4A-565719670799}"/>
    <dgm:cxn modelId="{0024CC0F-B0FD-8340-81B8-37AC9875AB10}" type="presOf" srcId="{C0C97FE7-0122-9D4F-9C35-646F205072C9}" destId="{77B3CE49-4820-8947-B98A-5E5D39DA8305}" srcOrd="0" destOrd="2" presId="urn:microsoft.com/office/officeart/2005/8/layout/hList6"/>
    <dgm:cxn modelId="{E6800527-8404-9A44-8E18-8812AB0E3191}" type="presOf" srcId="{1D50F992-FAAF-DB48-A5A8-06ECA61771FF}" destId="{42436737-8D59-EB4F-9624-7426208A051F}" srcOrd="0" destOrd="1" presId="urn:microsoft.com/office/officeart/2005/8/layout/hList6"/>
    <dgm:cxn modelId="{8B77D133-0C03-EE46-AFCD-78A6755BACF1}" type="presOf" srcId="{BCDE842B-3969-CF41-8323-0DAC2DBD509C}" destId="{42436737-8D59-EB4F-9624-7426208A051F}" srcOrd="0" destOrd="2" presId="urn:microsoft.com/office/officeart/2005/8/layout/hList6"/>
    <dgm:cxn modelId="{44184641-F5AC-394B-A9C6-79A888404835}" srcId="{2D5361FD-7983-454A-BB17-8D1DB939BDA6}" destId="{58CE9296-28C3-594F-B14B-302DD6C9D5BF}" srcOrd="3" destOrd="0" parTransId="{04411CF7-67B8-4041-81FB-55F856223174}" sibTransId="{254AB8CE-0120-234C-A6B3-4EE7AF4A069E}"/>
    <dgm:cxn modelId="{21E93A4A-B0DB-3347-B0A7-5DD762BA22C5}" type="presOf" srcId="{18E9BF49-FF1E-B545-BA8B-9F0E1D3C68BC}" destId="{BF917EA8-92E6-5342-BAEA-1A7E229A31BA}" srcOrd="0" destOrd="1" presId="urn:microsoft.com/office/officeart/2005/8/layout/hList6"/>
    <dgm:cxn modelId="{5DF8E956-0F45-B44C-95F2-8FBD9FD155A9}" srcId="{95DB3F2E-1106-3A4D-8EC8-D8F733D3846B}" destId="{CAF62E5D-F715-9141-9975-1683F16076F9}" srcOrd="0" destOrd="0" parTransId="{8D7C17F4-A3B8-754F-BF85-72ACDFF81404}" sibTransId="{C35CE1E7-94B0-1949-91C9-FB2A80A71CB3}"/>
    <dgm:cxn modelId="{1F54326E-926A-734E-9C74-A0A551F6E8BE}" srcId="{F6AF890B-E590-3742-8945-B55DA601E9D2}" destId="{BCDE842B-3969-CF41-8323-0DAC2DBD509C}" srcOrd="1" destOrd="0" parTransId="{ACEAB190-2F47-6549-A784-5A8BEE147AA0}" sibTransId="{4F4FE6EC-3DC7-714E-8C96-6AE78EF6D5C7}"/>
    <dgm:cxn modelId="{4F11C670-84D8-A044-9918-402FFB74A42B}" type="presOf" srcId="{2D5361FD-7983-454A-BB17-8D1DB939BDA6}" destId="{396C2E0E-63C1-614E-B472-97A9EC6E0E39}" srcOrd="0" destOrd="0" presId="urn:microsoft.com/office/officeart/2005/8/layout/hList6"/>
    <dgm:cxn modelId="{4301C380-5211-DD4F-B179-5607B89737D1}" type="presOf" srcId="{EF952712-2D98-4E4F-AE87-0CDC492188E3}" destId="{77B3CE49-4820-8947-B98A-5E5D39DA8305}" srcOrd="0" destOrd="3" presId="urn:microsoft.com/office/officeart/2005/8/layout/hList6"/>
    <dgm:cxn modelId="{2D0A4996-A1F3-F141-86E1-C1A7D49F27C4}" type="presOf" srcId="{F6AF890B-E590-3742-8945-B55DA601E9D2}" destId="{42436737-8D59-EB4F-9624-7426208A051F}" srcOrd="0" destOrd="0" presId="urn:microsoft.com/office/officeart/2005/8/layout/hList6"/>
    <dgm:cxn modelId="{C166C496-362A-284B-9352-5059E4841A03}" type="presOf" srcId="{CAF62E5D-F715-9141-9975-1683F16076F9}" destId="{77B3CE49-4820-8947-B98A-5E5D39DA8305}" srcOrd="0" destOrd="1" presId="urn:microsoft.com/office/officeart/2005/8/layout/hList6"/>
    <dgm:cxn modelId="{2C93CB98-67A9-6749-821E-9CAF0B619AAC}" srcId="{2D5361FD-7983-454A-BB17-8D1DB939BDA6}" destId="{95DB3F2E-1106-3A4D-8EC8-D8F733D3846B}" srcOrd="0" destOrd="0" parTransId="{6CD85E56-DF8E-244B-9459-1B4E99197A7A}" sibTransId="{DF6D0A83-E1B0-694D-9093-0F90003511F0}"/>
    <dgm:cxn modelId="{F8E80CB0-A289-A14F-9CE7-515531EC0E81}" srcId="{95DB3F2E-1106-3A4D-8EC8-D8F733D3846B}" destId="{C0C97FE7-0122-9D4F-9C35-646F205072C9}" srcOrd="1" destOrd="0" parTransId="{81CB6F5C-3EE7-A641-A8D3-3AF549F647C8}" sibTransId="{DE2867E8-08C5-0B49-BD90-370BA1C78022}"/>
    <dgm:cxn modelId="{B39493B3-A19E-9D4B-A6A5-59A7FEE5BC26}" srcId="{F6AF890B-E590-3742-8945-B55DA601E9D2}" destId="{F5B7FB47-07E6-6A40-97B3-C81214794F9C}" srcOrd="3" destOrd="0" parTransId="{FBC3D116-EC8A-BB4F-96D7-7AA38586B1A8}" sibTransId="{21373C12-5972-EE4D-8C22-AFB4FEF1164A}"/>
    <dgm:cxn modelId="{F6B5BEB5-F878-1045-BFEC-B7C2F3D9DD2F}" type="presOf" srcId="{003166AE-0AC3-F34B-9193-40F2C0995349}" destId="{BF917EA8-92E6-5342-BAEA-1A7E229A31BA}" srcOrd="0" destOrd="0" presId="urn:microsoft.com/office/officeart/2005/8/layout/hList6"/>
    <dgm:cxn modelId="{692B9EB7-89AF-F648-9F07-A7B1E1B1B88E}" type="presOf" srcId="{7D513FE7-5ABA-0A43-81AA-090567794494}" destId="{42436737-8D59-EB4F-9624-7426208A051F}" srcOrd="0" destOrd="3" presId="urn:microsoft.com/office/officeart/2005/8/layout/hList6"/>
    <dgm:cxn modelId="{9309B0B9-6274-CC48-8017-50BDD1C5F50E}" type="presOf" srcId="{A75E44B4-78AB-B042-BFFD-22A31A74B4CD}" destId="{44BEB534-B894-2345-A61F-39283BCDF3AF}" srcOrd="0" destOrd="1" presId="urn:microsoft.com/office/officeart/2005/8/layout/hList6"/>
    <dgm:cxn modelId="{510E00C8-4AA7-BC4E-9A91-EE48470F6FF9}" srcId="{2D5361FD-7983-454A-BB17-8D1DB939BDA6}" destId="{003166AE-0AC3-F34B-9193-40F2C0995349}" srcOrd="1" destOrd="0" parTransId="{F1403E40-FF5A-B346-8F87-DD7B3F55E312}" sibTransId="{E9475140-D041-6C40-8D8B-EC8A2CC47DF8}"/>
    <dgm:cxn modelId="{3CC26BCD-F65A-5540-B36F-57D01A5B11DA}" srcId="{95DB3F2E-1106-3A4D-8EC8-D8F733D3846B}" destId="{EF952712-2D98-4E4F-AE87-0CDC492188E3}" srcOrd="2" destOrd="0" parTransId="{C7E7D91B-3CB3-1F4E-94B1-09E9725827EF}" sibTransId="{6CC046B7-5A9C-7245-865E-AE7B0B2A07AB}"/>
    <dgm:cxn modelId="{9EA633CF-E872-F14C-B89F-8D77695F5CED}" srcId="{2D5361FD-7983-454A-BB17-8D1DB939BDA6}" destId="{F6AF890B-E590-3742-8945-B55DA601E9D2}" srcOrd="2" destOrd="0" parTransId="{97B1B4DA-2822-2F4A-B2A5-DF7489AA9B7C}" sibTransId="{1B6E34B5-D063-A34D-AEE2-60489F753420}"/>
    <dgm:cxn modelId="{0FCB66DF-EDFC-0848-889D-A68B1EC27E44}" type="presOf" srcId="{F5B7FB47-07E6-6A40-97B3-C81214794F9C}" destId="{42436737-8D59-EB4F-9624-7426208A051F}" srcOrd="0" destOrd="4" presId="urn:microsoft.com/office/officeart/2005/8/layout/hList6"/>
    <dgm:cxn modelId="{61D50FE2-2BBF-CB42-8DE2-62843F573116}" srcId="{F6AF890B-E590-3742-8945-B55DA601E9D2}" destId="{7D513FE7-5ABA-0A43-81AA-090567794494}" srcOrd="2" destOrd="0" parTransId="{CEBFEA04-DBA6-3748-B644-7B50A96B6A64}" sibTransId="{17CA93F4-7996-4E4C-82BE-EC11FF6898A7}"/>
    <dgm:cxn modelId="{2CF735E2-D1C8-F74C-97A3-1A004AF5BD46}" type="presOf" srcId="{58CE9296-28C3-594F-B14B-302DD6C9D5BF}" destId="{44BEB534-B894-2345-A61F-39283BCDF3AF}" srcOrd="0" destOrd="0" presId="urn:microsoft.com/office/officeart/2005/8/layout/hList6"/>
    <dgm:cxn modelId="{2BC6A6EA-8006-1E42-BCD0-116DB4FB43A0}" srcId="{003166AE-0AC3-F34B-9193-40F2C0995349}" destId="{18E9BF49-FF1E-B545-BA8B-9F0E1D3C68BC}" srcOrd="0" destOrd="0" parTransId="{73BB6787-82DB-4349-A723-6A8D745AB70F}" sibTransId="{2E424EE7-D785-4C48-B200-F82DBD9DA142}"/>
    <dgm:cxn modelId="{67723FEE-0FE1-4C46-9EEF-AF233D986A74}" type="presOf" srcId="{BB52DCD6-2552-4446-9ECD-A1B93E2CD54A}" destId="{BF917EA8-92E6-5342-BAEA-1A7E229A31BA}" srcOrd="0" destOrd="2" presId="urn:microsoft.com/office/officeart/2005/8/layout/hList6"/>
    <dgm:cxn modelId="{CB7F75F8-07CD-1E46-BF87-3D03B3DBE1BC}" srcId="{003166AE-0AC3-F34B-9193-40F2C0995349}" destId="{94972D95-B9ED-0D43-BCAB-397865F9B494}" srcOrd="2" destOrd="0" parTransId="{7F6DABA8-44C9-6F4D-B53A-FA3DCE6E2E1E}" sibTransId="{F49D8FFF-9C68-AB41-83E3-AD144FD4DB1A}"/>
    <dgm:cxn modelId="{6EBEC321-017D-9D4F-8CBA-CE870BE85521}" type="presParOf" srcId="{396C2E0E-63C1-614E-B472-97A9EC6E0E39}" destId="{77B3CE49-4820-8947-B98A-5E5D39DA8305}" srcOrd="0" destOrd="0" presId="urn:microsoft.com/office/officeart/2005/8/layout/hList6"/>
    <dgm:cxn modelId="{EE4A1D64-0A54-5049-8364-128C6299D51D}" type="presParOf" srcId="{396C2E0E-63C1-614E-B472-97A9EC6E0E39}" destId="{B712AFC2-F03A-CB49-801F-34AD3ABC4DD8}" srcOrd="1" destOrd="0" presId="urn:microsoft.com/office/officeart/2005/8/layout/hList6"/>
    <dgm:cxn modelId="{77D428B0-BE65-7A4E-8EEA-6368EFE88ADB}" type="presParOf" srcId="{396C2E0E-63C1-614E-B472-97A9EC6E0E39}" destId="{BF917EA8-92E6-5342-BAEA-1A7E229A31BA}" srcOrd="2" destOrd="0" presId="urn:microsoft.com/office/officeart/2005/8/layout/hList6"/>
    <dgm:cxn modelId="{B253F821-9195-8A47-B9C0-700DCC16C874}" type="presParOf" srcId="{396C2E0E-63C1-614E-B472-97A9EC6E0E39}" destId="{B933BD5E-23EA-1040-961D-8732CC83273E}" srcOrd="3" destOrd="0" presId="urn:microsoft.com/office/officeart/2005/8/layout/hList6"/>
    <dgm:cxn modelId="{13D362B8-5318-9745-8669-28FEA5C57E9F}" type="presParOf" srcId="{396C2E0E-63C1-614E-B472-97A9EC6E0E39}" destId="{42436737-8D59-EB4F-9624-7426208A051F}" srcOrd="4" destOrd="0" presId="urn:microsoft.com/office/officeart/2005/8/layout/hList6"/>
    <dgm:cxn modelId="{B1D28257-A370-E04D-85A5-FBD6A83FA1BD}" type="presParOf" srcId="{396C2E0E-63C1-614E-B472-97A9EC6E0E39}" destId="{DD58A29B-8248-B046-AD83-28F3748D8ABC}" srcOrd="5" destOrd="0" presId="urn:microsoft.com/office/officeart/2005/8/layout/hList6"/>
    <dgm:cxn modelId="{7B05A645-7509-C045-85E4-FE812E249089}" type="presParOf" srcId="{396C2E0E-63C1-614E-B472-97A9EC6E0E39}" destId="{44BEB534-B894-2345-A61F-39283BCDF3AF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FF56D17-9367-B543-8725-84590FF920E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1B8579-05FF-F343-BC14-554E91DF3CE3}">
      <dgm:prSet/>
      <dgm:spPr/>
      <dgm:t>
        <a:bodyPr/>
        <a:lstStyle/>
        <a:p>
          <a:r>
            <a:rPr lang="en-CA" b="1"/>
            <a:t>Method Selection Matters</a:t>
          </a:r>
          <a:endParaRPr lang="en-CA"/>
        </a:p>
      </dgm:t>
    </dgm:pt>
    <dgm:pt modelId="{A70CFF59-33C5-344D-BFDB-1F057E6E1FEA}" type="parTrans" cxnId="{835EC510-FB5A-8044-9ECB-AC3F18F9C10A}">
      <dgm:prSet/>
      <dgm:spPr/>
      <dgm:t>
        <a:bodyPr/>
        <a:lstStyle/>
        <a:p>
          <a:endParaRPr lang="en-US"/>
        </a:p>
      </dgm:t>
    </dgm:pt>
    <dgm:pt modelId="{DF23632B-A0DB-5747-895F-409853007136}" type="sibTrans" cxnId="{835EC510-FB5A-8044-9ECB-AC3F18F9C10A}">
      <dgm:prSet/>
      <dgm:spPr/>
      <dgm:t>
        <a:bodyPr/>
        <a:lstStyle/>
        <a:p>
          <a:endParaRPr lang="en-US"/>
        </a:p>
      </dgm:t>
    </dgm:pt>
    <dgm:pt modelId="{0336A1DC-B14E-394D-921B-B6FFABCB3921}">
      <dgm:prSet/>
      <dgm:spPr/>
      <dgm:t>
        <a:bodyPr/>
        <a:lstStyle/>
        <a:p>
          <a:r>
            <a:rPr lang="en-CA"/>
            <a:t>Statistical performance (R²) can be misleading. Physical constraints and bias are more important for operational measurements.</a:t>
          </a:r>
        </a:p>
      </dgm:t>
    </dgm:pt>
    <dgm:pt modelId="{D324E087-2D52-8B40-B284-7CA0D2B7A902}" type="parTrans" cxnId="{73E76C7C-9A0A-D842-AFDB-BB2A2AE538B2}">
      <dgm:prSet/>
      <dgm:spPr/>
      <dgm:t>
        <a:bodyPr/>
        <a:lstStyle/>
        <a:p>
          <a:endParaRPr lang="en-US"/>
        </a:p>
      </dgm:t>
    </dgm:pt>
    <dgm:pt modelId="{33C8DD49-16EA-8142-99D9-3E81F5BA7580}" type="sibTrans" cxnId="{73E76C7C-9A0A-D842-AFDB-BB2A2AE538B2}">
      <dgm:prSet/>
      <dgm:spPr/>
      <dgm:t>
        <a:bodyPr/>
        <a:lstStyle/>
        <a:p>
          <a:endParaRPr lang="en-US"/>
        </a:p>
      </dgm:t>
    </dgm:pt>
    <dgm:pt modelId="{A5ACE323-9DEB-7F48-BC0C-5B050DFDD042}">
      <dgm:prSet/>
      <dgm:spPr/>
      <dgm:t>
        <a:bodyPr/>
        <a:lstStyle/>
        <a:p>
          <a:r>
            <a:rPr lang="en-CA" b="1"/>
            <a:t>Seasonality is Real</a:t>
          </a:r>
          <a:endParaRPr lang="en-CA"/>
        </a:p>
      </dgm:t>
    </dgm:pt>
    <dgm:pt modelId="{7BF26F98-B2E5-9447-9FBE-F920DE20F314}" type="parTrans" cxnId="{F0808EF1-903D-FB4F-9FF1-2C4B88BD2148}">
      <dgm:prSet/>
      <dgm:spPr/>
      <dgm:t>
        <a:bodyPr/>
        <a:lstStyle/>
        <a:p>
          <a:endParaRPr lang="en-US"/>
        </a:p>
      </dgm:t>
    </dgm:pt>
    <dgm:pt modelId="{156EA24F-E8DC-224F-843D-DE50D8128880}" type="sibTrans" cxnId="{F0808EF1-903D-FB4F-9FF1-2C4B88BD2148}">
      <dgm:prSet/>
      <dgm:spPr/>
      <dgm:t>
        <a:bodyPr/>
        <a:lstStyle/>
        <a:p>
          <a:endParaRPr lang="en-US"/>
        </a:p>
      </dgm:t>
    </dgm:pt>
    <dgm:pt modelId="{E362D524-6EDA-904C-A901-99089DC25B15}">
      <dgm:prSet/>
      <dgm:spPr/>
      <dgm:t>
        <a:bodyPr/>
        <a:lstStyle/>
        <a:p>
          <a:r>
            <a:rPr lang="en-CA"/>
            <a:t>MAC values vary by &gt;50% between dry and wet seasons. </a:t>
          </a:r>
        </a:p>
      </dgm:t>
    </dgm:pt>
    <dgm:pt modelId="{E9310CA8-E78B-E143-BA5D-70ED1C725E7D}" type="parTrans" cxnId="{41E4052E-4CBF-464A-BF50-F578CFB7AA33}">
      <dgm:prSet/>
      <dgm:spPr/>
      <dgm:t>
        <a:bodyPr/>
        <a:lstStyle/>
        <a:p>
          <a:endParaRPr lang="en-US"/>
        </a:p>
      </dgm:t>
    </dgm:pt>
    <dgm:pt modelId="{9B2B6772-5F42-2144-9E58-58AEB225C07C}" type="sibTrans" cxnId="{41E4052E-4CBF-464A-BF50-F578CFB7AA33}">
      <dgm:prSet/>
      <dgm:spPr/>
      <dgm:t>
        <a:bodyPr/>
        <a:lstStyle/>
        <a:p>
          <a:endParaRPr lang="en-US"/>
        </a:p>
      </dgm:t>
    </dgm:pt>
    <dgm:pt modelId="{E2D73D0A-CD9E-BF42-B826-B17368A6096C}">
      <dgm:prSet/>
      <dgm:spPr/>
      <dgm:t>
        <a:bodyPr/>
        <a:lstStyle/>
        <a:p>
          <a:r>
            <a:rPr lang="en-CA" b="1"/>
            <a:t>Aethalometer Systematic Bias</a:t>
          </a:r>
          <a:endParaRPr lang="en-CA"/>
        </a:p>
      </dgm:t>
    </dgm:pt>
    <dgm:pt modelId="{882E0302-59D4-EF49-B751-8AEEB943B1DD}" type="parTrans" cxnId="{B1FE0BB4-CE71-7246-AA5B-2C7034D584D8}">
      <dgm:prSet/>
      <dgm:spPr/>
      <dgm:t>
        <a:bodyPr/>
        <a:lstStyle/>
        <a:p>
          <a:endParaRPr lang="en-US"/>
        </a:p>
      </dgm:t>
    </dgm:pt>
    <dgm:pt modelId="{A5DB1F31-36B7-1146-8071-59BA395537E7}" type="sibTrans" cxnId="{B1FE0BB4-CE71-7246-AA5B-2C7034D584D8}">
      <dgm:prSet/>
      <dgm:spPr/>
      <dgm:t>
        <a:bodyPr/>
        <a:lstStyle/>
        <a:p>
          <a:endParaRPr lang="en-US"/>
        </a:p>
      </dgm:t>
    </dgm:pt>
    <dgm:pt modelId="{69F4FAFD-2563-D045-BB81-B8377004499B}">
      <dgm:prSet/>
      <dgm:spPr/>
      <dgm:t>
        <a:bodyPr/>
        <a:lstStyle/>
        <a:p>
          <a:r>
            <a:rPr lang="en-CA"/>
            <a:t>Aethalometer consistently overestimates BC by ~2× compared to FTIR-EC and HIPS. This suggests default corrections are inappropriate for Ethiopian aerosols.</a:t>
          </a:r>
        </a:p>
      </dgm:t>
    </dgm:pt>
    <dgm:pt modelId="{AED063F0-6787-5149-947E-E05B9924CB69}" type="parTrans" cxnId="{4E836DBC-1567-4440-AB3F-E269DF475CDD}">
      <dgm:prSet/>
      <dgm:spPr/>
      <dgm:t>
        <a:bodyPr/>
        <a:lstStyle/>
        <a:p>
          <a:endParaRPr lang="en-US"/>
        </a:p>
      </dgm:t>
    </dgm:pt>
    <dgm:pt modelId="{A4CD5C4C-1F93-D24B-8D6A-7E3D2E40C81E}" type="sibTrans" cxnId="{4E836DBC-1567-4440-AB3F-E269DF475CDD}">
      <dgm:prSet/>
      <dgm:spPr/>
      <dgm:t>
        <a:bodyPr/>
        <a:lstStyle/>
        <a:p>
          <a:endParaRPr lang="en-US"/>
        </a:p>
      </dgm:t>
    </dgm:pt>
    <dgm:pt modelId="{0B92A73A-F939-DC4F-8CB0-99A20D67ABD9}">
      <dgm:prSet/>
      <dgm:spPr/>
      <dgm:t>
        <a:bodyPr/>
        <a:lstStyle/>
        <a:p>
          <a:r>
            <a:rPr lang="en-CA" b="1"/>
            <a:t>Site-specific Calibration Required</a:t>
          </a:r>
          <a:endParaRPr lang="en-CA"/>
        </a:p>
      </dgm:t>
    </dgm:pt>
    <dgm:pt modelId="{D13E5DE9-2906-234F-9917-F9FE869E0D5A}" type="parTrans" cxnId="{FE32B88B-7F25-EF43-AF73-EACED80D88EB}">
      <dgm:prSet/>
      <dgm:spPr/>
      <dgm:t>
        <a:bodyPr/>
        <a:lstStyle/>
        <a:p>
          <a:endParaRPr lang="en-US"/>
        </a:p>
      </dgm:t>
    </dgm:pt>
    <dgm:pt modelId="{A07A76A9-E50B-364C-8F87-0FADB438CE22}" type="sibTrans" cxnId="{FE32B88B-7F25-EF43-AF73-EACED80D88EB}">
      <dgm:prSet/>
      <dgm:spPr/>
      <dgm:t>
        <a:bodyPr/>
        <a:lstStyle/>
        <a:p>
          <a:endParaRPr lang="en-US"/>
        </a:p>
      </dgm:t>
    </dgm:pt>
    <dgm:pt modelId="{39BA60D6-2EC7-3643-A243-B1A5D90697F8}">
      <dgm:prSet/>
      <dgm:spPr/>
      <dgm:t>
        <a:bodyPr/>
        <a:lstStyle/>
        <a:p>
          <a:r>
            <a:rPr lang="en-CA"/>
            <a:t>Universal MAC values (10 m²/g) and default instrument corrections are insufficient for accurate BC measurements in diverse environments.</a:t>
          </a:r>
        </a:p>
      </dgm:t>
    </dgm:pt>
    <dgm:pt modelId="{60C21738-0450-F542-A096-A443C8E0CE64}" type="parTrans" cxnId="{05398518-B764-F940-BE7F-1A1904D70623}">
      <dgm:prSet/>
      <dgm:spPr/>
      <dgm:t>
        <a:bodyPr/>
        <a:lstStyle/>
        <a:p>
          <a:endParaRPr lang="en-US"/>
        </a:p>
      </dgm:t>
    </dgm:pt>
    <dgm:pt modelId="{F137ED30-71C4-C643-8C2F-CC834F92867D}" type="sibTrans" cxnId="{05398518-B764-F940-BE7F-1A1904D70623}">
      <dgm:prSet/>
      <dgm:spPr/>
      <dgm:t>
        <a:bodyPr/>
        <a:lstStyle/>
        <a:p>
          <a:endParaRPr lang="en-US"/>
        </a:p>
      </dgm:t>
    </dgm:pt>
    <dgm:pt modelId="{C465F892-2E58-EE4C-A9C0-F99718CFF3E8}" type="pres">
      <dgm:prSet presAssocID="{3FF56D17-9367-B543-8725-84590FF920E2}" presName="linear" presStyleCnt="0">
        <dgm:presLayoutVars>
          <dgm:animLvl val="lvl"/>
          <dgm:resizeHandles val="exact"/>
        </dgm:presLayoutVars>
      </dgm:prSet>
      <dgm:spPr/>
    </dgm:pt>
    <dgm:pt modelId="{5D97F1AF-D497-1F43-8E08-2365150D98E5}" type="pres">
      <dgm:prSet presAssocID="{451B8579-05FF-F343-BC14-554E91DF3C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8227FC-AB25-D145-9395-F224FC4DA98D}" type="pres">
      <dgm:prSet presAssocID="{451B8579-05FF-F343-BC14-554E91DF3CE3}" presName="childText" presStyleLbl="revTx" presStyleIdx="0" presStyleCnt="4">
        <dgm:presLayoutVars>
          <dgm:bulletEnabled val="1"/>
        </dgm:presLayoutVars>
      </dgm:prSet>
      <dgm:spPr/>
    </dgm:pt>
    <dgm:pt modelId="{E17BDC43-FA32-514F-865B-23EC0E987F02}" type="pres">
      <dgm:prSet presAssocID="{A5ACE323-9DEB-7F48-BC0C-5B050DFDD04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9C2C797-B337-E342-8EF1-D9C4500F5E6F}" type="pres">
      <dgm:prSet presAssocID="{A5ACE323-9DEB-7F48-BC0C-5B050DFDD042}" presName="childText" presStyleLbl="revTx" presStyleIdx="1" presStyleCnt="4">
        <dgm:presLayoutVars>
          <dgm:bulletEnabled val="1"/>
        </dgm:presLayoutVars>
      </dgm:prSet>
      <dgm:spPr/>
    </dgm:pt>
    <dgm:pt modelId="{342A0DC7-AB99-2645-ADD2-7EDBB38FFBB1}" type="pres">
      <dgm:prSet presAssocID="{E2D73D0A-CD9E-BF42-B826-B17368A609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BA56D82-2B5A-AD45-BDB8-AA487B5D00F1}" type="pres">
      <dgm:prSet presAssocID="{E2D73D0A-CD9E-BF42-B826-B17368A6096C}" presName="childText" presStyleLbl="revTx" presStyleIdx="2" presStyleCnt="4">
        <dgm:presLayoutVars>
          <dgm:bulletEnabled val="1"/>
        </dgm:presLayoutVars>
      </dgm:prSet>
      <dgm:spPr/>
    </dgm:pt>
    <dgm:pt modelId="{AB6389D8-1176-2346-A290-85D67454F4B9}" type="pres">
      <dgm:prSet presAssocID="{0B92A73A-F939-DC4F-8CB0-99A20D67ABD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36B7330-6BE5-FF44-9A5C-207D892DD018}" type="pres">
      <dgm:prSet presAssocID="{0B92A73A-F939-DC4F-8CB0-99A20D67ABD9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835EC510-FB5A-8044-9ECB-AC3F18F9C10A}" srcId="{3FF56D17-9367-B543-8725-84590FF920E2}" destId="{451B8579-05FF-F343-BC14-554E91DF3CE3}" srcOrd="0" destOrd="0" parTransId="{A70CFF59-33C5-344D-BFDB-1F057E6E1FEA}" sibTransId="{DF23632B-A0DB-5747-895F-409853007136}"/>
    <dgm:cxn modelId="{05398518-B764-F940-BE7F-1A1904D70623}" srcId="{0B92A73A-F939-DC4F-8CB0-99A20D67ABD9}" destId="{39BA60D6-2EC7-3643-A243-B1A5D90697F8}" srcOrd="0" destOrd="0" parTransId="{60C21738-0450-F542-A096-A443C8E0CE64}" sibTransId="{F137ED30-71C4-C643-8C2F-CC834F92867D}"/>
    <dgm:cxn modelId="{7052B71C-07B8-074F-8948-DD51FF548595}" type="presOf" srcId="{0336A1DC-B14E-394D-921B-B6FFABCB3921}" destId="{9C8227FC-AB25-D145-9395-F224FC4DA98D}" srcOrd="0" destOrd="0" presId="urn:microsoft.com/office/officeart/2005/8/layout/vList2"/>
    <dgm:cxn modelId="{CD1E631E-E173-9D4F-93BE-403F6856226B}" type="presOf" srcId="{E362D524-6EDA-904C-A901-99089DC25B15}" destId="{A9C2C797-B337-E342-8EF1-D9C4500F5E6F}" srcOrd="0" destOrd="0" presId="urn:microsoft.com/office/officeart/2005/8/layout/vList2"/>
    <dgm:cxn modelId="{41E4052E-4CBF-464A-BF50-F578CFB7AA33}" srcId="{A5ACE323-9DEB-7F48-BC0C-5B050DFDD042}" destId="{E362D524-6EDA-904C-A901-99089DC25B15}" srcOrd="0" destOrd="0" parTransId="{E9310CA8-E78B-E143-BA5D-70ED1C725E7D}" sibTransId="{9B2B6772-5F42-2144-9E58-58AEB225C07C}"/>
    <dgm:cxn modelId="{E6F0C141-70DD-FA44-AAA0-412A7121024D}" type="presOf" srcId="{3FF56D17-9367-B543-8725-84590FF920E2}" destId="{C465F892-2E58-EE4C-A9C0-F99718CFF3E8}" srcOrd="0" destOrd="0" presId="urn:microsoft.com/office/officeart/2005/8/layout/vList2"/>
    <dgm:cxn modelId="{34326C61-A1BD-BD40-AE80-B4F8C91488FA}" type="presOf" srcId="{39BA60D6-2EC7-3643-A243-B1A5D90697F8}" destId="{136B7330-6BE5-FF44-9A5C-207D892DD018}" srcOrd="0" destOrd="0" presId="urn:microsoft.com/office/officeart/2005/8/layout/vList2"/>
    <dgm:cxn modelId="{73E76C7C-9A0A-D842-AFDB-BB2A2AE538B2}" srcId="{451B8579-05FF-F343-BC14-554E91DF3CE3}" destId="{0336A1DC-B14E-394D-921B-B6FFABCB3921}" srcOrd="0" destOrd="0" parTransId="{D324E087-2D52-8B40-B284-7CA0D2B7A902}" sibTransId="{33C8DD49-16EA-8142-99D9-3E81F5BA7580}"/>
    <dgm:cxn modelId="{29896087-35B1-F147-955F-48F89993967C}" type="presOf" srcId="{A5ACE323-9DEB-7F48-BC0C-5B050DFDD042}" destId="{E17BDC43-FA32-514F-865B-23EC0E987F02}" srcOrd="0" destOrd="0" presId="urn:microsoft.com/office/officeart/2005/8/layout/vList2"/>
    <dgm:cxn modelId="{3EC8F48A-310B-BE42-9A87-5E786239DB48}" type="presOf" srcId="{E2D73D0A-CD9E-BF42-B826-B17368A6096C}" destId="{342A0DC7-AB99-2645-ADD2-7EDBB38FFBB1}" srcOrd="0" destOrd="0" presId="urn:microsoft.com/office/officeart/2005/8/layout/vList2"/>
    <dgm:cxn modelId="{FE32B88B-7F25-EF43-AF73-EACED80D88EB}" srcId="{3FF56D17-9367-B543-8725-84590FF920E2}" destId="{0B92A73A-F939-DC4F-8CB0-99A20D67ABD9}" srcOrd="3" destOrd="0" parTransId="{D13E5DE9-2906-234F-9917-F9FE869E0D5A}" sibTransId="{A07A76A9-E50B-364C-8F87-0FADB438CE22}"/>
    <dgm:cxn modelId="{B1FE0BB4-CE71-7246-AA5B-2C7034D584D8}" srcId="{3FF56D17-9367-B543-8725-84590FF920E2}" destId="{E2D73D0A-CD9E-BF42-B826-B17368A6096C}" srcOrd="2" destOrd="0" parTransId="{882E0302-59D4-EF49-B751-8AEEB943B1DD}" sibTransId="{A5DB1F31-36B7-1146-8071-59BA395537E7}"/>
    <dgm:cxn modelId="{3019CFB8-B12E-014A-A063-A1C6B9D1D2DB}" type="presOf" srcId="{0B92A73A-F939-DC4F-8CB0-99A20D67ABD9}" destId="{AB6389D8-1176-2346-A290-85D67454F4B9}" srcOrd="0" destOrd="0" presId="urn:microsoft.com/office/officeart/2005/8/layout/vList2"/>
    <dgm:cxn modelId="{4E836DBC-1567-4440-AB3F-E269DF475CDD}" srcId="{E2D73D0A-CD9E-BF42-B826-B17368A6096C}" destId="{69F4FAFD-2563-D045-BB81-B8377004499B}" srcOrd="0" destOrd="0" parTransId="{AED063F0-6787-5149-947E-E05B9924CB69}" sibTransId="{A4CD5C4C-1F93-D24B-8D6A-7E3D2E40C81E}"/>
    <dgm:cxn modelId="{9E1E9CDF-3A04-9B4C-A428-E0EE751A1B59}" type="presOf" srcId="{451B8579-05FF-F343-BC14-554E91DF3CE3}" destId="{5D97F1AF-D497-1F43-8E08-2365150D98E5}" srcOrd="0" destOrd="0" presId="urn:microsoft.com/office/officeart/2005/8/layout/vList2"/>
    <dgm:cxn modelId="{20289DEA-9DFF-2944-9D4F-DE43668514BD}" type="presOf" srcId="{69F4FAFD-2563-D045-BB81-B8377004499B}" destId="{ABA56D82-2B5A-AD45-BDB8-AA487B5D00F1}" srcOrd="0" destOrd="0" presId="urn:microsoft.com/office/officeart/2005/8/layout/vList2"/>
    <dgm:cxn modelId="{F0808EF1-903D-FB4F-9FF1-2C4B88BD2148}" srcId="{3FF56D17-9367-B543-8725-84590FF920E2}" destId="{A5ACE323-9DEB-7F48-BC0C-5B050DFDD042}" srcOrd="1" destOrd="0" parTransId="{7BF26F98-B2E5-9447-9FBE-F920DE20F314}" sibTransId="{156EA24F-E8DC-224F-843D-DE50D8128880}"/>
    <dgm:cxn modelId="{661D2933-5C2C-2244-8163-AA490C761A9C}" type="presParOf" srcId="{C465F892-2E58-EE4C-A9C0-F99718CFF3E8}" destId="{5D97F1AF-D497-1F43-8E08-2365150D98E5}" srcOrd="0" destOrd="0" presId="urn:microsoft.com/office/officeart/2005/8/layout/vList2"/>
    <dgm:cxn modelId="{85344B07-C537-CF4B-B44A-7C2DA046BCBD}" type="presParOf" srcId="{C465F892-2E58-EE4C-A9C0-F99718CFF3E8}" destId="{9C8227FC-AB25-D145-9395-F224FC4DA98D}" srcOrd="1" destOrd="0" presId="urn:microsoft.com/office/officeart/2005/8/layout/vList2"/>
    <dgm:cxn modelId="{2B27165F-218F-834A-B846-5E342AB37FC3}" type="presParOf" srcId="{C465F892-2E58-EE4C-A9C0-F99718CFF3E8}" destId="{E17BDC43-FA32-514F-865B-23EC0E987F02}" srcOrd="2" destOrd="0" presId="urn:microsoft.com/office/officeart/2005/8/layout/vList2"/>
    <dgm:cxn modelId="{1B5E3EF6-DC5C-D64A-A8EA-2AA841FE325A}" type="presParOf" srcId="{C465F892-2E58-EE4C-A9C0-F99718CFF3E8}" destId="{A9C2C797-B337-E342-8EF1-D9C4500F5E6F}" srcOrd="3" destOrd="0" presId="urn:microsoft.com/office/officeart/2005/8/layout/vList2"/>
    <dgm:cxn modelId="{96E92105-D6D8-BC42-BF8F-542EAA6E65A0}" type="presParOf" srcId="{C465F892-2E58-EE4C-A9C0-F99718CFF3E8}" destId="{342A0DC7-AB99-2645-ADD2-7EDBB38FFBB1}" srcOrd="4" destOrd="0" presId="urn:microsoft.com/office/officeart/2005/8/layout/vList2"/>
    <dgm:cxn modelId="{B813D2F7-EA67-F347-9525-DCD7592A74F3}" type="presParOf" srcId="{C465F892-2E58-EE4C-A9C0-F99718CFF3E8}" destId="{ABA56D82-2B5A-AD45-BDB8-AA487B5D00F1}" srcOrd="5" destOrd="0" presId="urn:microsoft.com/office/officeart/2005/8/layout/vList2"/>
    <dgm:cxn modelId="{0401FEAA-2A6A-7F44-A954-8FC23C5D5C55}" type="presParOf" srcId="{C465F892-2E58-EE4C-A9C0-F99718CFF3E8}" destId="{AB6389D8-1176-2346-A290-85D67454F4B9}" srcOrd="6" destOrd="0" presId="urn:microsoft.com/office/officeart/2005/8/layout/vList2"/>
    <dgm:cxn modelId="{73D68082-40AC-F048-A504-B7E7DFA5F094}" type="presParOf" srcId="{C465F892-2E58-EE4C-A9C0-F99718CFF3E8}" destId="{136B7330-6BE5-FF44-9A5C-207D892DD018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611BF22-BF16-484F-8652-4AB3D830ECCC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D4D4ED-9C51-4984-AA42-FC088DA561F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b="1"/>
            <a:t>Immediate Priorities</a:t>
          </a:r>
          <a:endParaRPr lang="en-US"/>
        </a:p>
      </dgm:t>
    </dgm:pt>
    <dgm:pt modelId="{4F9F39EA-8D0F-4894-95EF-37D7119428A9}" type="parTrans" cxnId="{1D1413AB-C484-4D5B-85AC-D9D25E7F76F3}">
      <dgm:prSet/>
      <dgm:spPr/>
      <dgm:t>
        <a:bodyPr/>
        <a:lstStyle/>
        <a:p>
          <a:endParaRPr lang="en-US"/>
        </a:p>
      </dgm:t>
    </dgm:pt>
    <dgm:pt modelId="{85403E9F-29F4-46ED-B315-068CCCB4EAD0}" type="sibTrans" cxnId="{1D1413AB-C484-4D5B-85AC-D9D25E7F76F3}">
      <dgm:prSet/>
      <dgm:spPr/>
      <dgm:t>
        <a:bodyPr/>
        <a:lstStyle/>
        <a:p>
          <a:endParaRPr lang="en-US"/>
        </a:p>
      </dgm:t>
    </dgm:pt>
    <dgm:pt modelId="{A05F40DB-294F-457C-96A6-A8974276D76E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Dynamic season definitions:</a:t>
          </a:r>
          <a:r>
            <a:rPr lang="en-CA"/>
            <a:t> Use rainfall data instead of calendar months</a:t>
          </a:r>
          <a:endParaRPr lang="en-US"/>
        </a:p>
      </dgm:t>
    </dgm:pt>
    <dgm:pt modelId="{894807F5-6A39-4D5A-8040-38F9F3BBA777}" type="parTrans" cxnId="{7FCBE9A3-1FC4-48CE-85B3-D7BC84BA0D25}">
      <dgm:prSet/>
      <dgm:spPr/>
      <dgm:t>
        <a:bodyPr/>
        <a:lstStyle/>
        <a:p>
          <a:endParaRPr lang="en-US"/>
        </a:p>
      </dgm:t>
    </dgm:pt>
    <dgm:pt modelId="{B0DA9287-7AFD-4DDC-92FA-666235675EF1}" type="sibTrans" cxnId="{7FCBE9A3-1FC4-48CE-85B3-D7BC84BA0D25}">
      <dgm:prSet/>
      <dgm:spPr/>
      <dgm:t>
        <a:bodyPr/>
        <a:lstStyle/>
        <a:p>
          <a:endParaRPr lang="en-US"/>
        </a:p>
      </dgm:t>
    </dgm:pt>
    <dgm:pt modelId="{3C338E49-5860-4420-9E48-B142F3EA8C00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All wavelength analysis:</a:t>
          </a:r>
          <a:r>
            <a:rPr lang="en-CA"/>
            <a:t> Complete aethalometer multi-</a:t>
          </a:r>
          <a:r>
            <a:rPr lang="el-GR"/>
            <a:t>λ </a:t>
          </a:r>
          <a:r>
            <a:rPr lang="en-CA"/>
            <a:t>comparison</a:t>
          </a:r>
          <a:endParaRPr lang="en-US"/>
        </a:p>
      </dgm:t>
    </dgm:pt>
    <dgm:pt modelId="{0283F5AD-FC6D-4B70-9E4E-0546A762CEE6}" type="parTrans" cxnId="{F3A169EB-1216-4DE3-8443-709489138062}">
      <dgm:prSet/>
      <dgm:spPr/>
      <dgm:t>
        <a:bodyPr/>
        <a:lstStyle/>
        <a:p>
          <a:endParaRPr lang="en-US"/>
        </a:p>
      </dgm:t>
    </dgm:pt>
    <dgm:pt modelId="{9C2A1FE2-47BF-4CD2-9ADE-24E5E1DC8DF6}" type="sibTrans" cxnId="{F3A169EB-1216-4DE3-8443-709489138062}">
      <dgm:prSet/>
      <dgm:spPr/>
      <dgm:t>
        <a:bodyPr/>
        <a:lstStyle/>
        <a:p>
          <a:endParaRPr lang="en-US"/>
        </a:p>
      </dgm:t>
    </dgm:pt>
    <dgm:pt modelId="{56B25CE3-1F07-407F-9D0D-A5884DB9B0EE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Validation with raw attenuation:</a:t>
          </a:r>
          <a:r>
            <a:rPr lang="en-CA"/>
            <a:t> Compare </a:t>
          </a:r>
          <a:r>
            <a:rPr lang="el-GR"/>
            <a:t>τ </a:t>
          </a:r>
          <a:r>
            <a:rPr lang="en-CA"/>
            <a:t>vs corrected BC</a:t>
          </a:r>
          <a:endParaRPr lang="en-US"/>
        </a:p>
      </dgm:t>
    </dgm:pt>
    <dgm:pt modelId="{6E8A6F35-F1DD-46A4-AA26-B5DF5DE8EE3B}" type="parTrans" cxnId="{BC2DD801-9B65-4808-B77B-AACDE5937917}">
      <dgm:prSet/>
      <dgm:spPr/>
      <dgm:t>
        <a:bodyPr/>
        <a:lstStyle/>
        <a:p>
          <a:endParaRPr lang="en-US"/>
        </a:p>
      </dgm:t>
    </dgm:pt>
    <dgm:pt modelId="{320F92CB-FF64-48AB-8C9E-125743054308}" type="sibTrans" cxnId="{BC2DD801-9B65-4808-B77B-AACDE5937917}">
      <dgm:prSet/>
      <dgm:spPr/>
      <dgm:t>
        <a:bodyPr/>
        <a:lstStyle/>
        <a:p>
          <a:endParaRPr lang="en-US"/>
        </a:p>
      </dgm:t>
    </dgm:pt>
    <dgm:pt modelId="{99D76099-BCF0-4D60-8A9C-F5706787678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b="1"/>
            <a:t>Future Directions</a:t>
          </a:r>
          <a:endParaRPr lang="en-US"/>
        </a:p>
      </dgm:t>
    </dgm:pt>
    <dgm:pt modelId="{697F60F1-FD54-4EDC-BD54-7D71A414E700}" type="parTrans" cxnId="{4383C4FD-670C-4C00-8F1D-22B27B7BE3CD}">
      <dgm:prSet/>
      <dgm:spPr/>
      <dgm:t>
        <a:bodyPr/>
        <a:lstStyle/>
        <a:p>
          <a:endParaRPr lang="en-US"/>
        </a:p>
      </dgm:t>
    </dgm:pt>
    <dgm:pt modelId="{8C7A6816-53CE-4B90-96B0-0F8526177B85}" type="sibTrans" cxnId="{4383C4FD-670C-4C00-8F1D-22B27B7BE3CD}">
      <dgm:prSet/>
      <dgm:spPr/>
      <dgm:t>
        <a:bodyPr/>
        <a:lstStyle/>
        <a:p>
          <a:endParaRPr lang="en-US"/>
        </a:p>
      </dgm:t>
    </dgm:pt>
    <dgm:pt modelId="{41E4FF35-68E5-4F2B-BD2A-D7106D27F2D5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Pasadena comparison:</a:t>
          </a:r>
          <a:r>
            <a:rPr lang="en-CA"/>
            <a:t> Test transferability to different environment</a:t>
          </a:r>
          <a:endParaRPr lang="en-US"/>
        </a:p>
      </dgm:t>
    </dgm:pt>
    <dgm:pt modelId="{01930960-3569-4C5A-ABA9-D39265525D5A}" type="parTrans" cxnId="{93D397B0-F36B-47A2-B7F9-A3C2AC97B0CC}">
      <dgm:prSet/>
      <dgm:spPr/>
      <dgm:t>
        <a:bodyPr/>
        <a:lstStyle/>
        <a:p>
          <a:endParaRPr lang="en-US"/>
        </a:p>
      </dgm:t>
    </dgm:pt>
    <dgm:pt modelId="{BF44E95A-9360-4B63-AAD8-844CF6D9F495}" type="sibTrans" cxnId="{93D397B0-F36B-47A2-B7F9-A3C2AC97B0CC}">
      <dgm:prSet/>
      <dgm:spPr/>
      <dgm:t>
        <a:bodyPr/>
        <a:lstStyle/>
        <a:p>
          <a:endParaRPr lang="en-US"/>
        </a:p>
      </dgm:t>
    </dgm:pt>
    <dgm:pt modelId="{845F27A5-A620-49EA-8347-D84E7C9DEA4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Humidity corrections:</a:t>
          </a:r>
          <a:r>
            <a:rPr lang="en-CA"/>
            <a:t> Account for RH effects on optical measurements</a:t>
          </a:r>
          <a:endParaRPr lang="en-US"/>
        </a:p>
      </dgm:t>
    </dgm:pt>
    <dgm:pt modelId="{D17CB68E-4E80-4F71-9D08-82A90CA7B912}" type="parTrans" cxnId="{8DCB348C-4776-48F2-A0E3-115C57743140}">
      <dgm:prSet/>
      <dgm:spPr/>
      <dgm:t>
        <a:bodyPr/>
        <a:lstStyle/>
        <a:p>
          <a:endParaRPr lang="en-US"/>
        </a:p>
      </dgm:t>
    </dgm:pt>
    <dgm:pt modelId="{96B4036C-8F77-4A9A-AB76-C05EE79DD3EA}" type="sibTrans" cxnId="{8DCB348C-4776-48F2-A0E3-115C57743140}">
      <dgm:prSet/>
      <dgm:spPr/>
      <dgm:t>
        <a:bodyPr/>
        <a:lstStyle/>
        <a:p>
          <a:endParaRPr lang="en-US"/>
        </a:p>
      </dgm:t>
    </dgm:pt>
    <dgm:pt modelId="{C864ABC8-DC87-42B8-AD60-6206BBE0B1E8}">
      <dgm:prSet/>
      <dgm:spPr/>
      <dgm:t>
        <a:bodyPr/>
        <a:lstStyle/>
        <a:p>
          <a:pPr>
            <a:lnSpc>
              <a:spcPct val="100000"/>
            </a:lnSpc>
          </a:pPr>
          <a:r>
            <a:rPr lang="en-CA" b="1"/>
            <a:t>Dynamic MAC:</a:t>
          </a:r>
          <a:r>
            <a:rPr lang="en-CA"/>
            <a:t> Develop dynamic MAC based on composition</a:t>
          </a:r>
          <a:br>
            <a:rPr lang="en-CA"/>
          </a:br>
          <a:endParaRPr lang="en-US"/>
        </a:p>
      </dgm:t>
    </dgm:pt>
    <dgm:pt modelId="{F38ABE6A-12BE-43E3-B8B1-13B8B8CEC318}" type="parTrans" cxnId="{76C99F58-307F-4154-B133-F2954BCBD19E}">
      <dgm:prSet/>
      <dgm:spPr/>
      <dgm:t>
        <a:bodyPr/>
        <a:lstStyle/>
        <a:p>
          <a:endParaRPr lang="en-US"/>
        </a:p>
      </dgm:t>
    </dgm:pt>
    <dgm:pt modelId="{28CA124B-714E-4AD0-8D01-1EEF5009269C}" type="sibTrans" cxnId="{76C99F58-307F-4154-B133-F2954BCBD19E}">
      <dgm:prSet/>
      <dgm:spPr/>
      <dgm:t>
        <a:bodyPr/>
        <a:lstStyle/>
        <a:p>
          <a:endParaRPr lang="en-US"/>
        </a:p>
      </dgm:t>
    </dgm:pt>
    <dgm:pt modelId="{CB55202C-3761-4C47-8E81-610FF9166ED4}" type="pres">
      <dgm:prSet presAssocID="{3611BF22-BF16-484F-8652-4AB3D830ECCC}" presName="root" presStyleCnt="0">
        <dgm:presLayoutVars>
          <dgm:dir/>
          <dgm:resizeHandles val="exact"/>
        </dgm:presLayoutVars>
      </dgm:prSet>
      <dgm:spPr/>
    </dgm:pt>
    <dgm:pt modelId="{1B15C795-0FA7-4CA0-8C11-8954371A61A6}" type="pres">
      <dgm:prSet presAssocID="{C4D4D4ED-9C51-4984-AA42-FC088DA561FB}" presName="compNode" presStyleCnt="0"/>
      <dgm:spPr/>
    </dgm:pt>
    <dgm:pt modelId="{F97A6BD4-FB55-4836-B4B8-B9EAFC912A29}" type="pres">
      <dgm:prSet presAssocID="{C4D4D4ED-9C51-4984-AA42-FC088DA561F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3497032C-8273-476D-8671-56D00A51D159}" type="pres">
      <dgm:prSet presAssocID="{C4D4D4ED-9C51-4984-AA42-FC088DA561FB}" presName="iconSpace" presStyleCnt="0"/>
      <dgm:spPr/>
    </dgm:pt>
    <dgm:pt modelId="{5EA67063-7986-4A46-95A2-63048A423634}" type="pres">
      <dgm:prSet presAssocID="{C4D4D4ED-9C51-4984-AA42-FC088DA561FB}" presName="parTx" presStyleLbl="revTx" presStyleIdx="0" presStyleCnt="4">
        <dgm:presLayoutVars>
          <dgm:chMax val="0"/>
          <dgm:chPref val="0"/>
        </dgm:presLayoutVars>
      </dgm:prSet>
      <dgm:spPr/>
    </dgm:pt>
    <dgm:pt modelId="{2D273CCF-D14D-4B1E-B5FC-69630AB9120A}" type="pres">
      <dgm:prSet presAssocID="{C4D4D4ED-9C51-4984-AA42-FC088DA561FB}" presName="txSpace" presStyleCnt="0"/>
      <dgm:spPr/>
    </dgm:pt>
    <dgm:pt modelId="{098AE67B-241D-4B6F-A794-0C11EC25E8B2}" type="pres">
      <dgm:prSet presAssocID="{C4D4D4ED-9C51-4984-AA42-FC088DA561FB}" presName="desTx" presStyleLbl="revTx" presStyleIdx="1" presStyleCnt="4">
        <dgm:presLayoutVars/>
      </dgm:prSet>
      <dgm:spPr/>
    </dgm:pt>
    <dgm:pt modelId="{D4D8C388-0302-4377-88A4-4A0966407CE6}" type="pres">
      <dgm:prSet presAssocID="{85403E9F-29F4-46ED-B315-068CCCB4EAD0}" presName="sibTrans" presStyleCnt="0"/>
      <dgm:spPr/>
    </dgm:pt>
    <dgm:pt modelId="{B213AC17-F674-44C9-8B46-876BD0A4C80B}" type="pres">
      <dgm:prSet presAssocID="{99D76099-BCF0-4D60-8A9C-F5706787678A}" presName="compNode" presStyleCnt="0"/>
      <dgm:spPr/>
    </dgm:pt>
    <dgm:pt modelId="{1CC86A49-1F6B-469B-9432-CF9B1D1F9C9A}" type="pres">
      <dgm:prSet presAssocID="{99D76099-BCF0-4D60-8A9C-F5706787678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199DD26-08E5-438E-98C8-EAE4DC092A43}" type="pres">
      <dgm:prSet presAssocID="{99D76099-BCF0-4D60-8A9C-F5706787678A}" presName="iconSpace" presStyleCnt="0"/>
      <dgm:spPr/>
    </dgm:pt>
    <dgm:pt modelId="{57E88F68-BCDB-4362-9135-78C0D2ED5D9F}" type="pres">
      <dgm:prSet presAssocID="{99D76099-BCF0-4D60-8A9C-F5706787678A}" presName="parTx" presStyleLbl="revTx" presStyleIdx="2" presStyleCnt="4">
        <dgm:presLayoutVars>
          <dgm:chMax val="0"/>
          <dgm:chPref val="0"/>
        </dgm:presLayoutVars>
      </dgm:prSet>
      <dgm:spPr/>
    </dgm:pt>
    <dgm:pt modelId="{693F2A34-2FC1-4253-9221-F3D1B8A98B16}" type="pres">
      <dgm:prSet presAssocID="{99D76099-BCF0-4D60-8A9C-F5706787678A}" presName="txSpace" presStyleCnt="0"/>
      <dgm:spPr/>
    </dgm:pt>
    <dgm:pt modelId="{3CC8D8BE-FDBD-4BC8-99E4-36B269B6424C}" type="pres">
      <dgm:prSet presAssocID="{99D76099-BCF0-4D60-8A9C-F5706787678A}" presName="desTx" presStyleLbl="revTx" presStyleIdx="3" presStyleCnt="4">
        <dgm:presLayoutVars/>
      </dgm:prSet>
      <dgm:spPr/>
    </dgm:pt>
  </dgm:ptLst>
  <dgm:cxnLst>
    <dgm:cxn modelId="{BC2DD801-9B65-4808-B77B-AACDE5937917}" srcId="{C4D4D4ED-9C51-4984-AA42-FC088DA561FB}" destId="{56B25CE3-1F07-407F-9D0D-A5884DB9B0EE}" srcOrd="2" destOrd="0" parTransId="{6E8A6F35-F1DD-46A4-AA26-B5DF5DE8EE3B}" sibTransId="{320F92CB-FF64-48AB-8C9E-125743054308}"/>
    <dgm:cxn modelId="{F02AB205-A404-48EB-88E7-F6CAC992381F}" type="presOf" srcId="{845F27A5-A620-49EA-8347-D84E7C9DEA4A}" destId="{3CC8D8BE-FDBD-4BC8-99E4-36B269B6424C}" srcOrd="0" destOrd="1" presId="urn:microsoft.com/office/officeart/2018/2/layout/IconLabelDescriptionList"/>
    <dgm:cxn modelId="{E4274B0F-0BA0-4FF8-9B0E-5D977E6A62EF}" type="presOf" srcId="{A05F40DB-294F-457C-96A6-A8974276D76E}" destId="{098AE67B-241D-4B6F-A794-0C11EC25E8B2}" srcOrd="0" destOrd="0" presId="urn:microsoft.com/office/officeart/2018/2/layout/IconLabelDescriptionList"/>
    <dgm:cxn modelId="{F12B514C-2138-4DA4-BF2D-E673AAF76BF2}" type="presOf" srcId="{C4D4D4ED-9C51-4984-AA42-FC088DA561FB}" destId="{5EA67063-7986-4A46-95A2-63048A423634}" srcOrd="0" destOrd="0" presId="urn:microsoft.com/office/officeart/2018/2/layout/IconLabelDescriptionList"/>
    <dgm:cxn modelId="{A5569956-8797-435F-887D-D167E6E54AE6}" type="presOf" srcId="{3611BF22-BF16-484F-8652-4AB3D830ECCC}" destId="{CB55202C-3761-4C47-8E81-610FF9166ED4}" srcOrd="0" destOrd="0" presId="urn:microsoft.com/office/officeart/2018/2/layout/IconLabelDescriptionList"/>
    <dgm:cxn modelId="{76C99F58-307F-4154-B133-F2954BCBD19E}" srcId="{99D76099-BCF0-4D60-8A9C-F5706787678A}" destId="{C864ABC8-DC87-42B8-AD60-6206BBE0B1E8}" srcOrd="2" destOrd="0" parTransId="{F38ABE6A-12BE-43E3-B8B1-13B8B8CEC318}" sibTransId="{28CA124B-714E-4AD0-8D01-1EEF5009269C}"/>
    <dgm:cxn modelId="{EAEDF259-4BCD-4FF0-83FD-89FAEB39F1EE}" type="presOf" srcId="{C864ABC8-DC87-42B8-AD60-6206BBE0B1E8}" destId="{3CC8D8BE-FDBD-4BC8-99E4-36B269B6424C}" srcOrd="0" destOrd="2" presId="urn:microsoft.com/office/officeart/2018/2/layout/IconLabelDescriptionList"/>
    <dgm:cxn modelId="{78007D76-1A83-4124-A67C-D26409DA1736}" type="presOf" srcId="{99D76099-BCF0-4D60-8A9C-F5706787678A}" destId="{57E88F68-BCDB-4362-9135-78C0D2ED5D9F}" srcOrd="0" destOrd="0" presId="urn:microsoft.com/office/officeart/2018/2/layout/IconLabelDescriptionList"/>
    <dgm:cxn modelId="{8DCB348C-4776-48F2-A0E3-115C57743140}" srcId="{99D76099-BCF0-4D60-8A9C-F5706787678A}" destId="{845F27A5-A620-49EA-8347-D84E7C9DEA4A}" srcOrd="1" destOrd="0" parTransId="{D17CB68E-4E80-4F71-9D08-82A90CA7B912}" sibTransId="{96B4036C-8F77-4A9A-AB76-C05EE79DD3EA}"/>
    <dgm:cxn modelId="{17F1B192-315F-4417-BDC5-EA34454B9347}" type="presOf" srcId="{41E4FF35-68E5-4F2B-BD2A-D7106D27F2D5}" destId="{3CC8D8BE-FDBD-4BC8-99E4-36B269B6424C}" srcOrd="0" destOrd="0" presId="urn:microsoft.com/office/officeart/2018/2/layout/IconLabelDescriptionList"/>
    <dgm:cxn modelId="{851D519B-45C4-4ADB-B185-579BEB1AF562}" type="presOf" srcId="{56B25CE3-1F07-407F-9D0D-A5884DB9B0EE}" destId="{098AE67B-241D-4B6F-A794-0C11EC25E8B2}" srcOrd="0" destOrd="2" presId="urn:microsoft.com/office/officeart/2018/2/layout/IconLabelDescriptionList"/>
    <dgm:cxn modelId="{7FCBE9A3-1FC4-48CE-85B3-D7BC84BA0D25}" srcId="{C4D4D4ED-9C51-4984-AA42-FC088DA561FB}" destId="{A05F40DB-294F-457C-96A6-A8974276D76E}" srcOrd="0" destOrd="0" parTransId="{894807F5-6A39-4D5A-8040-38F9F3BBA777}" sibTransId="{B0DA9287-7AFD-4DDC-92FA-666235675EF1}"/>
    <dgm:cxn modelId="{1D1413AB-C484-4D5B-85AC-D9D25E7F76F3}" srcId="{3611BF22-BF16-484F-8652-4AB3D830ECCC}" destId="{C4D4D4ED-9C51-4984-AA42-FC088DA561FB}" srcOrd="0" destOrd="0" parTransId="{4F9F39EA-8D0F-4894-95EF-37D7119428A9}" sibTransId="{85403E9F-29F4-46ED-B315-068CCCB4EAD0}"/>
    <dgm:cxn modelId="{93D397B0-F36B-47A2-B7F9-A3C2AC97B0CC}" srcId="{99D76099-BCF0-4D60-8A9C-F5706787678A}" destId="{41E4FF35-68E5-4F2B-BD2A-D7106D27F2D5}" srcOrd="0" destOrd="0" parTransId="{01930960-3569-4C5A-ABA9-D39265525D5A}" sibTransId="{BF44E95A-9360-4B63-AAD8-844CF6D9F495}"/>
    <dgm:cxn modelId="{2A8E3DBF-8559-42A0-86A5-71EE4D9D37ED}" type="presOf" srcId="{3C338E49-5860-4420-9E48-B142F3EA8C00}" destId="{098AE67B-241D-4B6F-A794-0C11EC25E8B2}" srcOrd="0" destOrd="1" presId="urn:microsoft.com/office/officeart/2018/2/layout/IconLabelDescriptionList"/>
    <dgm:cxn modelId="{F3A169EB-1216-4DE3-8443-709489138062}" srcId="{C4D4D4ED-9C51-4984-AA42-FC088DA561FB}" destId="{3C338E49-5860-4420-9E48-B142F3EA8C00}" srcOrd="1" destOrd="0" parTransId="{0283F5AD-FC6D-4B70-9E4E-0546A762CEE6}" sibTransId="{9C2A1FE2-47BF-4CD2-9ADE-24E5E1DC8DF6}"/>
    <dgm:cxn modelId="{4383C4FD-670C-4C00-8F1D-22B27B7BE3CD}" srcId="{3611BF22-BF16-484F-8652-4AB3D830ECCC}" destId="{99D76099-BCF0-4D60-8A9C-F5706787678A}" srcOrd="1" destOrd="0" parTransId="{697F60F1-FD54-4EDC-BD54-7D71A414E700}" sibTransId="{8C7A6816-53CE-4B90-96B0-0F8526177B85}"/>
    <dgm:cxn modelId="{BB7D353C-494D-4B59-A10F-9E74146A1E1F}" type="presParOf" srcId="{CB55202C-3761-4C47-8E81-610FF9166ED4}" destId="{1B15C795-0FA7-4CA0-8C11-8954371A61A6}" srcOrd="0" destOrd="0" presId="urn:microsoft.com/office/officeart/2018/2/layout/IconLabelDescriptionList"/>
    <dgm:cxn modelId="{72A6E923-ABB2-402A-9C92-20C5C1D1056D}" type="presParOf" srcId="{1B15C795-0FA7-4CA0-8C11-8954371A61A6}" destId="{F97A6BD4-FB55-4836-B4B8-B9EAFC912A29}" srcOrd="0" destOrd="0" presId="urn:microsoft.com/office/officeart/2018/2/layout/IconLabelDescriptionList"/>
    <dgm:cxn modelId="{D5A1B1CA-85D3-4C0A-B64B-3976BEACE1C0}" type="presParOf" srcId="{1B15C795-0FA7-4CA0-8C11-8954371A61A6}" destId="{3497032C-8273-476D-8671-56D00A51D159}" srcOrd="1" destOrd="0" presId="urn:microsoft.com/office/officeart/2018/2/layout/IconLabelDescriptionList"/>
    <dgm:cxn modelId="{DD914064-CD43-4F97-9198-ED556B666147}" type="presParOf" srcId="{1B15C795-0FA7-4CA0-8C11-8954371A61A6}" destId="{5EA67063-7986-4A46-95A2-63048A423634}" srcOrd="2" destOrd="0" presId="urn:microsoft.com/office/officeart/2018/2/layout/IconLabelDescriptionList"/>
    <dgm:cxn modelId="{B6A568CC-E96D-4829-A2BA-55440F86A69C}" type="presParOf" srcId="{1B15C795-0FA7-4CA0-8C11-8954371A61A6}" destId="{2D273CCF-D14D-4B1E-B5FC-69630AB9120A}" srcOrd="3" destOrd="0" presId="urn:microsoft.com/office/officeart/2018/2/layout/IconLabelDescriptionList"/>
    <dgm:cxn modelId="{9565242D-DA9D-4473-9057-398AD70BF08E}" type="presParOf" srcId="{1B15C795-0FA7-4CA0-8C11-8954371A61A6}" destId="{098AE67B-241D-4B6F-A794-0C11EC25E8B2}" srcOrd="4" destOrd="0" presId="urn:microsoft.com/office/officeart/2018/2/layout/IconLabelDescriptionList"/>
    <dgm:cxn modelId="{2793CA06-B6CA-4409-B828-A18C863C4161}" type="presParOf" srcId="{CB55202C-3761-4C47-8E81-610FF9166ED4}" destId="{D4D8C388-0302-4377-88A4-4A0966407CE6}" srcOrd="1" destOrd="0" presId="urn:microsoft.com/office/officeart/2018/2/layout/IconLabelDescriptionList"/>
    <dgm:cxn modelId="{4D3F38A4-B500-46E0-B3E2-25199F77C78B}" type="presParOf" srcId="{CB55202C-3761-4C47-8E81-610FF9166ED4}" destId="{B213AC17-F674-44C9-8B46-876BD0A4C80B}" srcOrd="2" destOrd="0" presId="urn:microsoft.com/office/officeart/2018/2/layout/IconLabelDescriptionList"/>
    <dgm:cxn modelId="{CB4C7695-952F-467C-B448-1333596CB70E}" type="presParOf" srcId="{B213AC17-F674-44C9-8B46-876BD0A4C80B}" destId="{1CC86A49-1F6B-469B-9432-CF9B1D1F9C9A}" srcOrd="0" destOrd="0" presId="urn:microsoft.com/office/officeart/2018/2/layout/IconLabelDescriptionList"/>
    <dgm:cxn modelId="{FE861B96-5B98-4157-AC2F-7A949A85BF25}" type="presParOf" srcId="{B213AC17-F674-44C9-8B46-876BD0A4C80B}" destId="{8199DD26-08E5-438E-98C8-EAE4DC092A43}" srcOrd="1" destOrd="0" presId="urn:microsoft.com/office/officeart/2018/2/layout/IconLabelDescriptionList"/>
    <dgm:cxn modelId="{C8EF7C4C-7602-405C-87BD-76975D89A60C}" type="presParOf" srcId="{B213AC17-F674-44C9-8B46-876BD0A4C80B}" destId="{57E88F68-BCDB-4362-9135-78C0D2ED5D9F}" srcOrd="2" destOrd="0" presId="urn:microsoft.com/office/officeart/2018/2/layout/IconLabelDescriptionList"/>
    <dgm:cxn modelId="{41D8190D-E037-4541-94F7-723966C2472B}" type="presParOf" srcId="{B213AC17-F674-44C9-8B46-876BD0A4C80B}" destId="{693F2A34-2FC1-4253-9221-F3D1B8A98B16}" srcOrd="3" destOrd="0" presId="urn:microsoft.com/office/officeart/2018/2/layout/IconLabelDescriptionList"/>
    <dgm:cxn modelId="{75E8D6EB-FDB7-4EDB-940D-69F02EBB48BB}" type="presParOf" srcId="{B213AC17-F674-44C9-8B46-876BD0A4C80B}" destId="{3CC8D8BE-FDBD-4BC8-99E4-36B269B6424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A89783E-7A9E-4A92-B230-9848EA7CA620}" type="doc">
      <dgm:prSet loTypeId="urn:microsoft.com/office/officeart/2005/8/layout/hList1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38D8F2F-41FD-46FC-9F38-1D82CAF11171}">
      <dgm:prSet/>
      <dgm:spPr/>
      <dgm:t>
        <a:bodyPr/>
        <a:lstStyle/>
        <a:p>
          <a:r>
            <a:rPr lang="en-CA" b="1"/>
            <a:t>Supervision &amp; Guidance</a:t>
          </a:r>
          <a:endParaRPr lang="en-US"/>
        </a:p>
      </dgm:t>
    </dgm:pt>
    <dgm:pt modelId="{6361ABF7-CCDA-4A55-A1F5-C14CC9948903}" type="parTrans" cxnId="{DCA72991-7A7A-4F07-8D7B-BDF609AEEFF5}">
      <dgm:prSet/>
      <dgm:spPr/>
      <dgm:t>
        <a:bodyPr/>
        <a:lstStyle/>
        <a:p>
          <a:endParaRPr lang="en-US"/>
        </a:p>
      </dgm:t>
    </dgm:pt>
    <dgm:pt modelId="{9663A594-C6CC-4AAD-8017-DA5FC31979F4}" type="sibTrans" cxnId="{DCA72991-7A7A-4F07-8D7B-BDF609AEEFF5}">
      <dgm:prSet/>
      <dgm:spPr/>
      <dgm:t>
        <a:bodyPr/>
        <a:lstStyle/>
        <a:p>
          <a:endParaRPr lang="en-US"/>
        </a:p>
      </dgm:t>
    </dgm:pt>
    <dgm:pt modelId="{8774E779-95CA-48E7-950B-11ABAAD47F19}">
      <dgm:prSet/>
      <dgm:spPr/>
      <dgm:t>
        <a:bodyPr/>
        <a:lstStyle/>
        <a:p>
          <a:r>
            <a:rPr lang="en-CA"/>
            <a:t>Dr. Ann Marie Dillner (UC Davis)</a:t>
          </a:r>
          <a:endParaRPr lang="en-US"/>
        </a:p>
      </dgm:t>
    </dgm:pt>
    <dgm:pt modelId="{672CBC1A-2914-4518-8A95-4CB0F446DDDC}" type="parTrans" cxnId="{C2DE1619-062B-4A09-9C63-5DEE43614A4C}">
      <dgm:prSet/>
      <dgm:spPr/>
      <dgm:t>
        <a:bodyPr/>
        <a:lstStyle/>
        <a:p>
          <a:endParaRPr lang="en-US"/>
        </a:p>
      </dgm:t>
    </dgm:pt>
    <dgm:pt modelId="{3CE7733D-5A9C-43BE-B285-19866E1CCBCE}" type="sibTrans" cxnId="{C2DE1619-062B-4A09-9C63-5DEE43614A4C}">
      <dgm:prSet/>
      <dgm:spPr/>
      <dgm:t>
        <a:bodyPr/>
        <a:lstStyle/>
        <a:p>
          <a:endParaRPr lang="en-US"/>
        </a:p>
      </dgm:t>
    </dgm:pt>
    <dgm:pt modelId="{AB1F93EC-4F4A-4E0D-BB15-AFD63F41DAF6}">
      <dgm:prSet/>
      <dgm:spPr/>
      <dgm:t>
        <a:bodyPr/>
        <a:lstStyle/>
        <a:p>
          <a:r>
            <a:rPr lang="en-CA"/>
            <a:t>Dr. Hossein Kazemian (UNBC)</a:t>
          </a:r>
          <a:endParaRPr lang="en-US"/>
        </a:p>
      </dgm:t>
    </dgm:pt>
    <dgm:pt modelId="{A766FC70-DBBA-47C8-A9F6-DB9AE05FEA24}" type="parTrans" cxnId="{06FD081F-46D1-4E03-806A-2EF00751FBCB}">
      <dgm:prSet/>
      <dgm:spPr/>
      <dgm:t>
        <a:bodyPr/>
        <a:lstStyle/>
        <a:p>
          <a:endParaRPr lang="en-US"/>
        </a:p>
      </dgm:t>
    </dgm:pt>
    <dgm:pt modelId="{9BDE1051-7BB0-4FF7-A109-634FF54DA03D}" type="sibTrans" cxnId="{06FD081F-46D1-4E03-806A-2EF00751FBCB}">
      <dgm:prSet/>
      <dgm:spPr/>
      <dgm:t>
        <a:bodyPr/>
        <a:lstStyle/>
        <a:p>
          <a:endParaRPr lang="en-US"/>
        </a:p>
      </dgm:t>
    </dgm:pt>
    <dgm:pt modelId="{A5BEA61E-8ED0-48DD-9736-2C08731B8005}">
      <dgm:prSet/>
      <dgm:spPr/>
      <dgm:t>
        <a:bodyPr/>
        <a:lstStyle/>
        <a:p>
          <a:r>
            <a:rPr lang="en-CA" b="1"/>
            <a:t>Collaborators</a:t>
          </a:r>
          <a:endParaRPr lang="en-US"/>
        </a:p>
      </dgm:t>
    </dgm:pt>
    <dgm:pt modelId="{09D33B98-A0D5-41AF-B790-AF3E3ED96659}" type="parTrans" cxnId="{84690912-8CD6-4DED-B470-8D49C86D2395}">
      <dgm:prSet/>
      <dgm:spPr/>
      <dgm:t>
        <a:bodyPr/>
        <a:lstStyle/>
        <a:p>
          <a:endParaRPr lang="en-US"/>
        </a:p>
      </dgm:t>
    </dgm:pt>
    <dgm:pt modelId="{FC7FD4A8-6DA2-489B-89AB-644460FD4A39}" type="sibTrans" cxnId="{84690912-8CD6-4DED-B470-8D49C86D2395}">
      <dgm:prSet/>
      <dgm:spPr/>
      <dgm:t>
        <a:bodyPr/>
        <a:lstStyle/>
        <a:p>
          <a:endParaRPr lang="en-US"/>
        </a:p>
      </dgm:t>
    </dgm:pt>
    <dgm:pt modelId="{BDEF569F-7495-409A-ABF7-67F570DF5A73}">
      <dgm:prSet/>
      <dgm:spPr/>
      <dgm:t>
        <a:bodyPr/>
        <a:lstStyle/>
        <a:p>
          <a:r>
            <a:rPr lang="en-CA"/>
            <a:t>SPARTAN Network Team</a:t>
          </a:r>
          <a:endParaRPr lang="en-US"/>
        </a:p>
      </dgm:t>
    </dgm:pt>
    <dgm:pt modelId="{5C251F5C-4935-46F5-89D6-59EC8475F1AA}" type="parTrans" cxnId="{47B98D0B-FA74-4A7D-909F-22C82AB9FA9A}">
      <dgm:prSet/>
      <dgm:spPr/>
      <dgm:t>
        <a:bodyPr/>
        <a:lstStyle/>
        <a:p>
          <a:endParaRPr lang="en-US"/>
        </a:p>
      </dgm:t>
    </dgm:pt>
    <dgm:pt modelId="{681C294B-1823-4241-AD26-71D548E53142}" type="sibTrans" cxnId="{47B98D0B-FA74-4A7D-909F-22C82AB9FA9A}">
      <dgm:prSet/>
      <dgm:spPr/>
      <dgm:t>
        <a:bodyPr/>
        <a:lstStyle/>
        <a:p>
          <a:endParaRPr lang="en-US"/>
        </a:p>
      </dgm:t>
    </dgm:pt>
    <dgm:pt modelId="{13BB0B2C-9400-47D8-8EB7-D21D7FFEA4FF}">
      <dgm:prSet/>
      <dgm:spPr/>
      <dgm:t>
        <a:bodyPr/>
        <a:lstStyle/>
        <a:p>
          <a:r>
            <a:rPr lang="en-CA" dirty="0"/>
            <a:t>NASA JPL</a:t>
          </a:r>
          <a:endParaRPr lang="en-US" dirty="0"/>
        </a:p>
      </dgm:t>
    </dgm:pt>
    <dgm:pt modelId="{2E34D3BC-80EB-4BF1-92BF-0FAEF2E68A0F}" type="parTrans" cxnId="{0A7E6FF0-70C9-4030-87E3-0778831D9A31}">
      <dgm:prSet/>
      <dgm:spPr/>
      <dgm:t>
        <a:bodyPr/>
        <a:lstStyle/>
        <a:p>
          <a:endParaRPr lang="en-US"/>
        </a:p>
      </dgm:t>
    </dgm:pt>
    <dgm:pt modelId="{9C343B51-84C0-431C-B73F-E6FEFE1AEE12}" type="sibTrans" cxnId="{0A7E6FF0-70C9-4030-87E3-0778831D9A31}">
      <dgm:prSet/>
      <dgm:spPr/>
      <dgm:t>
        <a:bodyPr/>
        <a:lstStyle/>
        <a:p>
          <a:endParaRPr lang="en-US"/>
        </a:p>
      </dgm:t>
    </dgm:pt>
    <dgm:pt modelId="{ADF542C2-2A50-4387-B31E-D668C0093180}">
      <dgm:prSet/>
      <dgm:spPr/>
      <dgm:t>
        <a:bodyPr/>
        <a:lstStyle/>
        <a:p>
          <a:r>
            <a:rPr lang="en-CA" dirty="0"/>
            <a:t>Addis Ababa University</a:t>
          </a:r>
          <a:endParaRPr lang="en-US" dirty="0"/>
        </a:p>
      </dgm:t>
    </dgm:pt>
    <dgm:pt modelId="{16CC91C0-B313-4233-9358-8621A685A790}" type="parTrans" cxnId="{8940C442-EA59-4613-8FDF-4F6B7400D5AA}">
      <dgm:prSet/>
      <dgm:spPr/>
      <dgm:t>
        <a:bodyPr/>
        <a:lstStyle/>
        <a:p>
          <a:endParaRPr lang="en-US"/>
        </a:p>
      </dgm:t>
    </dgm:pt>
    <dgm:pt modelId="{7EE7F0E9-D889-4E55-ABF2-920C9D0DEAC6}" type="sibTrans" cxnId="{8940C442-EA59-4613-8FDF-4F6B7400D5AA}">
      <dgm:prSet/>
      <dgm:spPr/>
      <dgm:t>
        <a:bodyPr/>
        <a:lstStyle/>
        <a:p>
          <a:endParaRPr lang="en-US"/>
        </a:p>
      </dgm:t>
    </dgm:pt>
    <dgm:pt modelId="{932251B9-F87A-6542-AF9E-4B829CAD03F6}" type="pres">
      <dgm:prSet presAssocID="{CA89783E-7A9E-4A92-B230-9848EA7CA620}" presName="Name0" presStyleCnt="0">
        <dgm:presLayoutVars>
          <dgm:dir/>
          <dgm:animLvl val="lvl"/>
          <dgm:resizeHandles val="exact"/>
        </dgm:presLayoutVars>
      </dgm:prSet>
      <dgm:spPr/>
    </dgm:pt>
    <dgm:pt modelId="{309F87FE-0730-6845-9E64-907122E6855E}" type="pres">
      <dgm:prSet presAssocID="{038D8F2F-41FD-46FC-9F38-1D82CAF11171}" presName="composite" presStyleCnt="0"/>
      <dgm:spPr/>
    </dgm:pt>
    <dgm:pt modelId="{2AF8D774-8070-F049-93B7-D114E9D88DE9}" type="pres">
      <dgm:prSet presAssocID="{038D8F2F-41FD-46FC-9F38-1D82CAF1117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6BB0519-9D9B-294D-ACFD-E24B3FD3ECDB}" type="pres">
      <dgm:prSet presAssocID="{038D8F2F-41FD-46FC-9F38-1D82CAF11171}" presName="desTx" presStyleLbl="alignAccFollowNode1" presStyleIdx="0" presStyleCnt="2">
        <dgm:presLayoutVars>
          <dgm:bulletEnabled val="1"/>
        </dgm:presLayoutVars>
      </dgm:prSet>
      <dgm:spPr/>
    </dgm:pt>
    <dgm:pt modelId="{A1DCB478-8EB9-E247-B70B-001AFBA22484}" type="pres">
      <dgm:prSet presAssocID="{9663A594-C6CC-4AAD-8017-DA5FC31979F4}" presName="space" presStyleCnt="0"/>
      <dgm:spPr/>
    </dgm:pt>
    <dgm:pt modelId="{E55DE5F3-0189-0A4A-81EC-D81AC1EA3473}" type="pres">
      <dgm:prSet presAssocID="{A5BEA61E-8ED0-48DD-9736-2C08731B8005}" presName="composite" presStyleCnt="0"/>
      <dgm:spPr/>
    </dgm:pt>
    <dgm:pt modelId="{A521F201-5C66-2349-AFEC-71D52643B85E}" type="pres">
      <dgm:prSet presAssocID="{A5BEA61E-8ED0-48DD-9736-2C08731B800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EBC7E96-7B5A-1A4E-9E80-60C1026C8411}" type="pres">
      <dgm:prSet presAssocID="{A5BEA61E-8ED0-48DD-9736-2C08731B800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815D90A-FE4E-B745-8E87-9F53956A14B6}" type="presOf" srcId="{8774E779-95CA-48E7-950B-11ABAAD47F19}" destId="{26BB0519-9D9B-294D-ACFD-E24B3FD3ECDB}" srcOrd="0" destOrd="0" presId="urn:microsoft.com/office/officeart/2005/8/layout/hList1"/>
    <dgm:cxn modelId="{47B98D0B-FA74-4A7D-909F-22C82AB9FA9A}" srcId="{A5BEA61E-8ED0-48DD-9736-2C08731B8005}" destId="{BDEF569F-7495-409A-ABF7-67F570DF5A73}" srcOrd="0" destOrd="0" parTransId="{5C251F5C-4935-46F5-89D6-59EC8475F1AA}" sibTransId="{681C294B-1823-4241-AD26-71D548E53142}"/>
    <dgm:cxn modelId="{84690912-8CD6-4DED-B470-8D49C86D2395}" srcId="{CA89783E-7A9E-4A92-B230-9848EA7CA620}" destId="{A5BEA61E-8ED0-48DD-9736-2C08731B8005}" srcOrd="1" destOrd="0" parTransId="{09D33B98-A0D5-41AF-B790-AF3E3ED96659}" sibTransId="{FC7FD4A8-6DA2-489B-89AB-644460FD4A39}"/>
    <dgm:cxn modelId="{C2DE1619-062B-4A09-9C63-5DEE43614A4C}" srcId="{038D8F2F-41FD-46FC-9F38-1D82CAF11171}" destId="{8774E779-95CA-48E7-950B-11ABAAD47F19}" srcOrd="0" destOrd="0" parTransId="{672CBC1A-2914-4518-8A95-4CB0F446DDDC}" sibTransId="{3CE7733D-5A9C-43BE-B285-19866E1CCBCE}"/>
    <dgm:cxn modelId="{06FD081F-46D1-4E03-806A-2EF00751FBCB}" srcId="{038D8F2F-41FD-46FC-9F38-1D82CAF11171}" destId="{AB1F93EC-4F4A-4E0D-BB15-AFD63F41DAF6}" srcOrd="1" destOrd="0" parTransId="{A766FC70-DBBA-47C8-A9F6-DB9AE05FEA24}" sibTransId="{9BDE1051-7BB0-4FF7-A109-634FF54DA03D}"/>
    <dgm:cxn modelId="{8940C442-EA59-4613-8FDF-4F6B7400D5AA}" srcId="{A5BEA61E-8ED0-48DD-9736-2C08731B8005}" destId="{ADF542C2-2A50-4387-B31E-D668C0093180}" srcOrd="2" destOrd="0" parTransId="{16CC91C0-B313-4233-9358-8621A685A790}" sibTransId="{7EE7F0E9-D889-4E55-ABF2-920C9D0DEAC6}"/>
    <dgm:cxn modelId="{1E9FDE46-61D9-F54F-8B00-3AE5CE0CE0B4}" type="presOf" srcId="{13BB0B2C-9400-47D8-8EB7-D21D7FFEA4FF}" destId="{BEBC7E96-7B5A-1A4E-9E80-60C1026C8411}" srcOrd="0" destOrd="1" presId="urn:microsoft.com/office/officeart/2005/8/layout/hList1"/>
    <dgm:cxn modelId="{24237B53-B7D6-9141-8D40-F05F28B5D5B7}" type="presOf" srcId="{AB1F93EC-4F4A-4E0D-BB15-AFD63F41DAF6}" destId="{26BB0519-9D9B-294D-ACFD-E24B3FD3ECDB}" srcOrd="0" destOrd="1" presId="urn:microsoft.com/office/officeart/2005/8/layout/hList1"/>
    <dgm:cxn modelId="{FBC83857-3046-8D45-86AB-00477DCC44F8}" type="presOf" srcId="{A5BEA61E-8ED0-48DD-9736-2C08731B8005}" destId="{A521F201-5C66-2349-AFEC-71D52643B85E}" srcOrd="0" destOrd="0" presId="urn:microsoft.com/office/officeart/2005/8/layout/hList1"/>
    <dgm:cxn modelId="{0251A75A-478E-1E4E-A065-0A5D939507E9}" type="presOf" srcId="{038D8F2F-41FD-46FC-9F38-1D82CAF11171}" destId="{2AF8D774-8070-F049-93B7-D114E9D88DE9}" srcOrd="0" destOrd="0" presId="urn:microsoft.com/office/officeart/2005/8/layout/hList1"/>
    <dgm:cxn modelId="{F604E682-EFE2-6148-93F0-124914B9F124}" type="presOf" srcId="{ADF542C2-2A50-4387-B31E-D668C0093180}" destId="{BEBC7E96-7B5A-1A4E-9E80-60C1026C8411}" srcOrd="0" destOrd="2" presId="urn:microsoft.com/office/officeart/2005/8/layout/hList1"/>
    <dgm:cxn modelId="{DCA72991-7A7A-4F07-8D7B-BDF609AEEFF5}" srcId="{CA89783E-7A9E-4A92-B230-9848EA7CA620}" destId="{038D8F2F-41FD-46FC-9F38-1D82CAF11171}" srcOrd="0" destOrd="0" parTransId="{6361ABF7-CCDA-4A55-A1F5-C14CC9948903}" sibTransId="{9663A594-C6CC-4AAD-8017-DA5FC31979F4}"/>
    <dgm:cxn modelId="{A5365DD7-A6C1-CE43-8117-AB1CEC42249C}" type="presOf" srcId="{CA89783E-7A9E-4A92-B230-9848EA7CA620}" destId="{932251B9-F87A-6542-AF9E-4B829CAD03F6}" srcOrd="0" destOrd="0" presId="urn:microsoft.com/office/officeart/2005/8/layout/hList1"/>
    <dgm:cxn modelId="{0A7E6FF0-70C9-4030-87E3-0778831D9A31}" srcId="{A5BEA61E-8ED0-48DD-9736-2C08731B8005}" destId="{13BB0B2C-9400-47D8-8EB7-D21D7FFEA4FF}" srcOrd="1" destOrd="0" parTransId="{2E34D3BC-80EB-4BF1-92BF-0FAEF2E68A0F}" sibTransId="{9C343B51-84C0-431C-B73F-E6FEFE1AEE12}"/>
    <dgm:cxn modelId="{5EC20AFD-162A-B14E-ABAF-103E5C6BD0A9}" type="presOf" srcId="{BDEF569F-7495-409A-ABF7-67F570DF5A73}" destId="{BEBC7E96-7B5A-1A4E-9E80-60C1026C8411}" srcOrd="0" destOrd="0" presId="urn:microsoft.com/office/officeart/2005/8/layout/hList1"/>
    <dgm:cxn modelId="{4F91D1BB-5872-9C45-AEF1-F73C60C00A07}" type="presParOf" srcId="{932251B9-F87A-6542-AF9E-4B829CAD03F6}" destId="{309F87FE-0730-6845-9E64-907122E6855E}" srcOrd="0" destOrd="0" presId="urn:microsoft.com/office/officeart/2005/8/layout/hList1"/>
    <dgm:cxn modelId="{64E0398B-8AF4-674B-8680-82581CC1E91B}" type="presParOf" srcId="{309F87FE-0730-6845-9E64-907122E6855E}" destId="{2AF8D774-8070-F049-93B7-D114E9D88DE9}" srcOrd="0" destOrd="0" presId="urn:microsoft.com/office/officeart/2005/8/layout/hList1"/>
    <dgm:cxn modelId="{67E6D877-04DE-F249-8793-0E70AF83C38C}" type="presParOf" srcId="{309F87FE-0730-6845-9E64-907122E6855E}" destId="{26BB0519-9D9B-294D-ACFD-E24B3FD3ECDB}" srcOrd="1" destOrd="0" presId="urn:microsoft.com/office/officeart/2005/8/layout/hList1"/>
    <dgm:cxn modelId="{256C12E6-C97A-1842-926D-E7478077D7FF}" type="presParOf" srcId="{932251B9-F87A-6542-AF9E-4B829CAD03F6}" destId="{A1DCB478-8EB9-E247-B70B-001AFBA22484}" srcOrd="1" destOrd="0" presId="urn:microsoft.com/office/officeart/2005/8/layout/hList1"/>
    <dgm:cxn modelId="{E71E1247-221F-1145-B986-F8DA931C8AE0}" type="presParOf" srcId="{932251B9-F87A-6542-AF9E-4B829CAD03F6}" destId="{E55DE5F3-0189-0A4A-81EC-D81AC1EA3473}" srcOrd="2" destOrd="0" presId="urn:microsoft.com/office/officeart/2005/8/layout/hList1"/>
    <dgm:cxn modelId="{F34A69F2-E6D4-0A49-9804-209CFAF6038F}" type="presParOf" srcId="{E55DE5F3-0189-0A4A-81EC-D81AC1EA3473}" destId="{A521F201-5C66-2349-AFEC-71D52643B85E}" srcOrd="0" destOrd="0" presId="urn:microsoft.com/office/officeart/2005/8/layout/hList1"/>
    <dgm:cxn modelId="{A52EA064-DE87-334D-A876-A7E7EEBC55E7}" type="presParOf" srcId="{E55DE5F3-0189-0A4A-81EC-D81AC1EA3473}" destId="{BEBC7E96-7B5A-1A4E-9E80-60C1026C841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88CC5E-275C-490C-8CB6-37AE257A364E}">
      <dsp:nvSpPr>
        <dsp:cNvPr id="0" name=""/>
        <dsp:cNvSpPr/>
      </dsp:nvSpPr>
      <dsp:spPr>
        <a:xfrm>
          <a:off x="0" y="4520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B2AB88-33F5-4F35-8667-67A22929AF79}">
      <dsp:nvSpPr>
        <dsp:cNvPr id="0" name=""/>
        <dsp:cNvSpPr/>
      </dsp:nvSpPr>
      <dsp:spPr>
        <a:xfrm>
          <a:off x="291287" y="221180"/>
          <a:ext cx="529613" cy="529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91A7E9-3644-4E7E-9712-33EC96FEA9B2}">
      <dsp:nvSpPr>
        <dsp:cNvPr id="0" name=""/>
        <dsp:cNvSpPr/>
      </dsp:nvSpPr>
      <dsp:spPr>
        <a:xfrm>
          <a:off x="1112187" y="4520"/>
          <a:ext cx="3127248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 dirty="0"/>
            <a:t>Black Carbon measurement uncertainty:</a:t>
          </a:r>
          <a:endParaRPr lang="en-US" sz="1900" kern="1200" dirty="0"/>
        </a:p>
      </dsp:txBody>
      <dsp:txXfrm>
        <a:off x="1112187" y="4520"/>
        <a:ext cx="3127248" cy="962932"/>
      </dsp:txXfrm>
    </dsp:sp>
    <dsp:sp modelId="{034A8EE5-BE07-4A74-8ABB-8CA0D882E743}">
      <dsp:nvSpPr>
        <dsp:cNvPr id="0" name=""/>
        <dsp:cNvSpPr/>
      </dsp:nvSpPr>
      <dsp:spPr>
        <a:xfrm>
          <a:off x="4239435" y="4520"/>
          <a:ext cx="2710004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Different methods can give vastly different results</a:t>
          </a:r>
          <a:endParaRPr lang="en-US" sz="1200" kern="1200"/>
        </a:p>
      </dsp:txBody>
      <dsp:txXfrm>
        <a:off x="4239435" y="4520"/>
        <a:ext cx="2710004" cy="962932"/>
      </dsp:txXfrm>
    </dsp:sp>
    <dsp:sp modelId="{DDDF391A-C7A3-49C0-8330-B9FC32189925}">
      <dsp:nvSpPr>
        <dsp:cNvPr id="0" name=""/>
        <dsp:cNvSpPr/>
      </dsp:nvSpPr>
      <dsp:spPr>
        <a:xfrm>
          <a:off x="0" y="1208186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3FCE2-80B7-4FED-9E5D-191A684C6DEF}">
      <dsp:nvSpPr>
        <dsp:cNvPr id="0" name=""/>
        <dsp:cNvSpPr/>
      </dsp:nvSpPr>
      <dsp:spPr>
        <a:xfrm>
          <a:off x="291287" y="1424846"/>
          <a:ext cx="529613" cy="529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35807-F830-4B02-AFBA-A9D90686004A}">
      <dsp:nvSpPr>
        <dsp:cNvPr id="0" name=""/>
        <dsp:cNvSpPr/>
      </dsp:nvSpPr>
      <dsp:spPr>
        <a:xfrm>
          <a:off x="1112187" y="1208186"/>
          <a:ext cx="3127248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Lack of standardized MAC values:</a:t>
          </a:r>
          <a:endParaRPr lang="en-US" sz="1900" kern="1200"/>
        </a:p>
      </dsp:txBody>
      <dsp:txXfrm>
        <a:off x="1112187" y="1208186"/>
        <a:ext cx="3127248" cy="962932"/>
      </dsp:txXfrm>
    </dsp:sp>
    <dsp:sp modelId="{68443765-F6B9-4511-8DA6-5E3DC789C5D1}">
      <dsp:nvSpPr>
        <dsp:cNvPr id="0" name=""/>
        <dsp:cNvSpPr/>
      </dsp:nvSpPr>
      <dsp:spPr>
        <a:xfrm>
          <a:off x="4239435" y="1208186"/>
          <a:ext cx="2710004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10 m²/g is widely used but may not be universally appropriate</a:t>
          </a:r>
          <a:endParaRPr lang="en-US" sz="1200" kern="1200"/>
        </a:p>
      </dsp:txBody>
      <dsp:txXfrm>
        <a:off x="4239435" y="1208186"/>
        <a:ext cx="2710004" cy="962932"/>
      </dsp:txXfrm>
    </dsp:sp>
    <dsp:sp modelId="{59073BD6-08C6-4CE1-AB36-E0FB142A4855}">
      <dsp:nvSpPr>
        <dsp:cNvPr id="0" name=""/>
        <dsp:cNvSpPr/>
      </dsp:nvSpPr>
      <dsp:spPr>
        <a:xfrm>
          <a:off x="0" y="2411852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AE9E2-B68C-4EDE-9A1B-60BC8E5C0E48}">
      <dsp:nvSpPr>
        <dsp:cNvPr id="0" name=""/>
        <dsp:cNvSpPr/>
      </dsp:nvSpPr>
      <dsp:spPr>
        <a:xfrm>
          <a:off x="291287" y="2628512"/>
          <a:ext cx="529613" cy="529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3FDB96-FEDA-491F-903F-B96B9B176E30}">
      <dsp:nvSpPr>
        <dsp:cNvPr id="0" name=""/>
        <dsp:cNvSpPr/>
      </dsp:nvSpPr>
      <dsp:spPr>
        <a:xfrm>
          <a:off x="1112187" y="2411852"/>
          <a:ext cx="3127248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Ethiopian context:</a:t>
          </a:r>
          <a:endParaRPr lang="en-US" sz="1900" kern="1200"/>
        </a:p>
      </dsp:txBody>
      <dsp:txXfrm>
        <a:off x="1112187" y="2411852"/>
        <a:ext cx="3127248" cy="962932"/>
      </dsp:txXfrm>
    </dsp:sp>
    <dsp:sp modelId="{1BFB3E88-F30E-40CB-9F47-081F8BCC9686}">
      <dsp:nvSpPr>
        <dsp:cNvPr id="0" name=""/>
        <dsp:cNvSpPr/>
      </dsp:nvSpPr>
      <dsp:spPr>
        <a:xfrm>
          <a:off x="4239435" y="2411852"/>
          <a:ext cx="2710004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Unique aerosol composition (dust, biomass burning) challenges standard approaches</a:t>
          </a:r>
          <a:endParaRPr lang="en-US" sz="1200" kern="1200"/>
        </a:p>
      </dsp:txBody>
      <dsp:txXfrm>
        <a:off x="4239435" y="2411852"/>
        <a:ext cx="2710004" cy="962932"/>
      </dsp:txXfrm>
    </dsp:sp>
    <dsp:sp modelId="{EF0A84A2-9D9B-465C-BBD5-AF433EB2229E}">
      <dsp:nvSpPr>
        <dsp:cNvPr id="0" name=""/>
        <dsp:cNvSpPr/>
      </dsp:nvSpPr>
      <dsp:spPr>
        <a:xfrm>
          <a:off x="0" y="3615518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E98593-00BC-4E42-A23C-3540C522F7E7}">
      <dsp:nvSpPr>
        <dsp:cNvPr id="0" name=""/>
        <dsp:cNvSpPr/>
      </dsp:nvSpPr>
      <dsp:spPr>
        <a:xfrm>
          <a:off x="291287" y="3832178"/>
          <a:ext cx="529613" cy="5296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8C14E-5522-451B-B459-9A7BF6AA6C8B}">
      <dsp:nvSpPr>
        <dsp:cNvPr id="0" name=""/>
        <dsp:cNvSpPr/>
      </dsp:nvSpPr>
      <dsp:spPr>
        <a:xfrm>
          <a:off x="1112187" y="3615518"/>
          <a:ext cx="3127248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Climate relevance:</a:t>
          </a:r>
          <a:endParaRPr lang="en-US" sz="1900" kern="1200"/>
        </a:p>
      </dsp:txBody>
      <dsp:txXfrm>
        <a:off x="1112187" y="3615518"/>
        <a:ext cx="3127248" cy="962932"/>
      </dsp:txXfrm>
    </dsp:sp>
    <dsp:sp modelId="{551DA1FA-CEAC-4547-A706-03DF85D1C0DA}">
      <dsp:nvSpPr>
        <dsp:cNvPr id="0" name=""/>
        <dsp:cNvSpPr/>
      </dsp:nvSpPr>
      <dsp:spPr>
        <a:xfrm>
          <a:off x="4239435" y="3615518"/>
          <a:ext cx="2710004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BC is the second strongest climate forcer after CO₂</a:t>
          </a:r>
          <a:endParaRPr lang="en-US" sz="1200" kern="1200"/>
        </a:p>
      </dsp:txBody>
      <dsp:txXfrm>
        <a:off x="4239435" y="3615518"/>
        <a:ext cx="2710004" cy="962932"/>
      </dsp:txXfrm>
    </dsp:sp>
    <dsp:sp modelId="{0AE3A648-6CD1-45F9-949E-54DD60028F38}">
      <dsp:nvSpPr>
        <dsp:cNvPr id="0" name=""/>
        <dsp:cNvSpPr/>
      </dsp:nvSpPr>
      <dsp:spPr>
        <a:xfrm>
          <a:off x="0" y="4819184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B7FFF-5909-4CB9-8129-F59952971EA5}">
      <dsp:nvSpPr>
        <dsp:cNvPr id="0" name=""/>
        <dsp:cNvSpPr/>
      </dsp:nvSpPr>
      <dsp:spPr>
        <a:xfrm>
          <a:off x="291287" y="5035844"/>
          <a:ext cx="529613" cy="52961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1247ED-8F5A-4A6C-89B2-5D39E82D76B5}">
      <dsp:nvSpPr>
        <dsp:cNvPr id="0" name=""/>
        <dsp:cNvSpPr/>
      </dsp:nvSpPr>
      <dsp:spPr>
        <a:xfrm>
          <a:off x="1112187" y="4819184"/>
          <a:ext cx="3127248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kern="1200"/>
            <a:t>Core Problem:</a:t>
          </a:r>
          <a:endParaRPr lang="en-US" sz="1900" kern="1200"/>
        </a:p>
      </dsp:txBody>
      <dsp:txXfrm>
        <a:off x="1112187" y="4819184"/>
        <a:ext cx="3127248" cy="962932"/>
      </dsp:txXfrm>
    </dsp:sp>
    <dsp:sp modelId="{C5575175-4FDF-413C-9C55-9116F3E9B2AF}">
      <dsp:nvSpPr>
        <dsp:cNvPr id="0" name=""/>
        <dsp:cNvSpPr/>
      </dsp:nvSpPr>
      <dsp:spPr>
        <a:xfrm>
          <a:off x="4239435" y="4819184"/>
          <a:ext cx="2710004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/>
            <a:t>How do we reconcile different BC measurement techniques and derive reliable, site-specific calibrations?</a:t>
          </a:r>
          <a:endParaRPr lang="en-US" sz="1200" kern="1200"/>
        </a:p>
      </dsp:txBody>
      <dsp:txXfrm>
        <a:off x="4239435" y="4819184"/>
        <a:ext cx="2710004" cy="9629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F16C6-CEEB-EF46-BF36-B71F1CF57044}">
      <dsp:nvSpPr>
        <dsp:cNvPr id="0" name=""/>
        <dsp:cNvSpPr/>
      </dsp:nvSpPr>
      <dsp:spPr>
        <a:xfrm>
          <a:off x="0" y="456411"/>
          <a:ext cx="694944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354" tIns="354076" rIns="53935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kern="1200"/>
            <a:t>How do raw aethalometer, HIPS (10 m²/g MAC), and FTIR-EC measurements compare at Ethiopian sites?</a:t>
          </a:r>
          <a:endParaRPr lang="en-US" sz="1700" kern="1200"/>
        </a:p>
      </dsp:txBody>
      <dsp:txXfrm>
        <a:off x="0" y="456411"/>
        <a:ext cx="6949440" cy="963900"/>
      </dsp:txXfrm>
    </dsp:sp>
    <dsp:sp modelId="{27656062-4C1B-D149-A42D-BF02B52B9989}">
      <dsp:nvSpPr>
        <dsp:cNvPr id="0" name=""/>
        <dsp:cNvSpPr/>
      </dsp:nvSpPr>
      <dsp:spPr>
        <a:xfrm>
          <a:off x="347472" y="205491"/>
          <a:ext cx="4864607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/>
            <a:t>Method Agreement:</a:t>
          </a:r>
          <a:endParaRPr lang="en-US" sz="1700" kern="1200"/>
        </a:p>
      </dsp:txBody>
      <dsp:txXfrm>
        <a:off x="371970" y="229989"/>
        <a:ext cx="4815611" cy="452844"/>
      </dsp:txXfrm>
    </dsp:sp>
    <dsp:sp modelId="{A016F11C-2327-9348-8CC3-2E8B7B0BEA22}">
      <dsp:nvSpPr>
        <dsp:cNvPr id="0" name=""/>
        <dsp:cNvSpPr/>
      </dsp:nvSpPr>
      <dsp:spPr>
        <a:xfrm>
          <a:off x="0" y="1763031"/>
          <a:ext cx="6949440" cy="12048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354" tIns="354076" rIns="53935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kern="1200"/>
            <a:t>What seasonal and wavelength-dependent MAC values minimize bias for HIPS and aethalometer when referenced to FTIR-EC?</a:t>
          </a:r>
          <a:endParaRPr lang="en-US" sz="1700" kern="1200"/>
        </a:p>
      </dsp:txBody>
      <dsp:txXfrm>
        <a:off x="0" y="1763031"/>
        <a:ext cx="6949440" cy="1204874"/>
      </dsp:txXfrm>
    </dsp:sp>
    <dsp:sp modelId="{0118AB15-DB8B-EE41-BAF6-AE5704637D59}">
      <dsp:nvSpPr>
        <dsp:cNvPr id="0" name=""/>
        <dsp:cNvSpPr/>
      </dsp:nvSpPr>
      <dsp:spPr>
        <a:xfrm>
          <a:off x="347472" y="1512111"/>
          <a:ext cx="4864607" cy="50184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/>
            <a:t>Optimal MAC Values:</a:t>
          </a:r>
          <a:endParaRPr lang="en-US" sz="1700" kern="1200"/>
        </a:p>
      </dsp:txBody>
      <dsp:txXfrm>
        <a:off x="371970" y="1536609"/>
        <a:ext cx="4815611" cy="452844"/>
      </dsp:txXfrm>
    </dsp:sp>
    <dsp:sp modelId="{4968C6F0-69BE-8147-9925-6A511BC6644A}">
      <dsp:nvSpPr>
        <dsp:cNvPr id="0" name=""/>
        <dsp:cNvSpPr/>
      </dsp:nvSpPr>
      <dsp:spPr>
        <a:xfrm>
          <a:off x="0" y="3310626"/>
          <a:ext cx="694944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4295742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354" tIns="354076" rIns="53935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kern="1200"/>
            <a:t>How do EC composition, PM₂.₅ composition, and meteorological factors explain day-to-day MAC variations?</a:t>
          </a:r>
          <a:endParaRPr lang="en-US" sz="1700" kern="1200"/>
        </a:p>
      </dsp:txBody>
      <dsp:txXfrm>
        <a:off x="0" y="3310626"/>
        <a:ext cx="6949440" cy="963900"/>
      </dsp:txXfrm>
    </dsp:sp>
    <dsp:sp modelId="{F9036A68-9005-9E40-8B46-5B1BA016076D}">
      <dsp:nvSpPr>
        <dsp:cNvPr id="0" name=""/>
        <dsp:cNvSpPr/>
      </dsp:nvSpPr>
      <dsp:spPr>
        <a:xfrm>
          <a:off x="347472" y="3059706"/>
          <a:ext cx="4864607" cy="501840"/>
        </a:xfrm>
        <a:prstGeom prst="round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/>
            <a:t>Drivers of Variability:</a:t>
          </a:r>
          <a:endParaRPr lang="en-US" sz="1700" kern="1200"/>
        </a:p>
      </dsp:txBody>
      <dsp:txXfrm>
        <a:off x="371970" y="3084204"/>
        <a:ext cx="4815611" cy="452844"/>
      </dsp:txXfrm>
    </dsp:sp>
    <dsp:sp modelId="{D47FE489-442C-144A-A91B-FAF32181498E}">
      <dsp:nvSpPr>
        <dsp:cNvPr id="0" name=""/>
        <dsp:cNvSpPr/>
      </dsp:nvSpPr>
      <dsp:spPr>
        <a:xfrm>
          <a:off x="0" y="4617246"/>
          <a:ext cx="694944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354" tIns="354076" rIns="53935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kern="1200"/>
            <a:t>Under what conditions can site-specific MAC values be applied elsewhere without significant bias?</a:t>
          </a:r>
          <a:endParaRPr lang="en-US" sz="1700" kern="1200"/>
        </a:p>
      </dsp:txBody>
      <dsp:txXfrm>
        <a:off x="0" y="4617246"/>
        <a:ext cx="6949440" cy="963900"/>
      </dsp:txXfrm>
    </dsp:sp>
    <dsp:sp modelId="{EA04D389-4859-4C4B-B807-B5795ED71F16}">
      <dsp:nvSpPr>
        <dsp:cNvPr id="0" name=""/>
        <dsp:cNvSpPr/>
      </dsp:nvSpPr>
      <dsp:spPr>
        <a:xfrm>
          <a:off x="347472" y="4366326"/>
          <a:ext cx="4864607" cy="501840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/>
            <a:t>Transferability:</a:t>
          </a:r>
          <a:endParaRPr lang="en-US" sz="1700" kern="1200"/>
        </a:p>
      </dsp:txBody>
      <dsp:txXfrm>
        <a:off x="371970" y="4390824"/>
        <a:ext cx="4815611" cy="452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7B180-28DA-E14C-B36D-2BFBF464DEDC}">
      <dsp:nvSpPr>
        <dsp:cNvPr id="0" name=""/>
        <dsp:cNvSpPr/>
      </dsp:nvSpPr>
      <dsp:spPr>
        <a:xfrm>
          <a:off x="2171" y="1132635"/>
          <a:ext cx="2117407" cy="489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FTIR-EC:</a:t>
          </a:r>
          <a:endParaRPr lang="en-US" sz="1700" kern="1200"/>
        </a:p>
      </dsp:txBody>
      <dsp:txXfrm>
        <a:off x="2171" y="1132635"/>
        <a:ext cx="2117407" cy="489600"/>
      </dsp:txXfrm>
    </dsp:sp>
    <dsp:sp modelId="{E7221FE7-A225-2242-8DED-07312FF49387}">
      <dsp:nvSpPr>
        <dsp:cNvPr id="0" name=""/>
        <dsp:cNvSpPr/>
      </dsp:nvSpPr>
      <dsp:spPr>
        <a:xfrm>
          <a:off x="2171" y="1622235"/>
          <a:ext cx="2117407" cy="303176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1" kern="1200"/>
            <a:t>Principle:</a:t>
          </a:r>
          <a:r>
            <a:rPr lang="en-CA" sz="1700" kern="1200"/>
            <a:t> Direct measurement of carbon bonds via IR spectroscopy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1" kern="1200"/>
            <a:t>Advantage:</a:t>
          </a:r>
          <a:r>
            <a:rPr lang="en-CA" sz="1700" kern="1200"/>
            <a:t> Established reference method for elemental carbon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1" kern="1200" dirty="0"/>
            <a:t>Sampling:</a:t>
          </a:r>
          <a:r>
            <a:rPr lang="en-CA" sz="1700" kern="1200" dirty="0"/>
            <a:t> 24-hour integrated</a:t>
          </a:r>
          <a:endParaRPr lang="en-US" sz="1700" kern="1200" dirty="0"/>
        </a:p>
      </dsp:txBody>
      <dsp:txXfrm>
        <a:off x="2171" y="1622235"/>
        <a:ext cx="2117407" cy="3031766"/>
      </dsp:txXfrm>
    </dsp:sp>
    <dsp:sp modelId="{F4EB7579-AA74-B843-B00F-590B5730468F}">
      <dsp:nvSpPr>
        <dsp:cNvPr id="0" name=""/>
        <dsp:cNvSpPr/>
      </dsp:nvSpPr>
      <dsp:spPr>
        <a:xfrm>
          <a:off x="2416016" y="1132635"/>
          <a:ext cx="2117407" cy="489600"/>
        </a:xfrm>
        <a:prstGeom prst="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HIPS</a:t>
          </a:r>
          <a:endParaRPr lang="en-US" sz="1700" kern="1200"/>
        </a:p>
      </dsp:txBody>
      <dsp:txXfrm>
        <a:off x="2416016" y="1132635"/>
        <a:ext cx="2117407" cy="489600"/>
      </dsp:txXfrm>
    </dsp:sp>
    <dsp:sp modelId="{5B7A949C-30C8-3E49-BEAE-CC75FC695EB1}">
      <dsp:nvSpPr>
        <dsp:cNvPr id="0" name=""/>
        <dsp:cNvSpPr/>
      </dsp:nvSpPr>
      <dsp:spPr>
        <a:xfrm>
          <a:off x="2416016" y="1622235"/>
          <a:ext cx="2117407" cy="3031766"/>
        </a:xfrm>
        <a:prstGeom prst="rect">
          <a:avLst/>
        </a:prstGeom>
        <a:solidFill>
          <a:schemeClr val="accent2">
            <a:tint val="40000"/>
            <a:alpha val="90000"/>
            <a:hueOff val="3367362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62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1" kern="1200"/>
            <a:t>Principle:</a:t>
          </a:r>
          <a:r>
            <a:rPr lang="en-CA" sz="1700" kern="1200"/>
            <a:t> Light absorption at 633nm + MAC conversion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1" kern="1200"/>
            <a:t>Advantage:</a:t>
          </a:r>
          <a:r>
            <a:rPr lang="en-CA" sz="1700" kern="1200"/>
            <a:t> Direct optical measurement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1" kern="1200"/>
            <a:t>Sampling:</a:t>
          </a:r>
          <a:r>
            <a:rPr lang="en-CA" sz="1700" kern="1200"/>
            <a:t> 24-hour integrated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1" kern="1200"/>
            <a:t>Challenge:</a:t>
          </a:r>
          <a:r>
            <a:rPr lang="en-CA" sz="1700" kern="1200"/>
            <a:t> MAC variability</a:t>
          </a:r>
          <a:endParaRPr lang="en-US" sz="1700" kern="1200"/>
        </a:p>
      </dsp:txBody>
      <dsp:txXfrm>
        <a:off x="2416016" y="1622235"/>
        <a:ext cx="2117407" cy="3031766"/>
      </dsp:txXfrm>
    </dsp:sp>
    <dsp:sp modelId="{8934413A-14B8-E547-9B09-965B08C5134B}">
      <dsp:nvSpPr>
        <dsp:cNvPr id="0" name=""/>
        <dsp:cNvSpPr/>
      </dsp:nvSpPr>
      <dsp:spPr>
        <a:xfrm>
          <a:off x="4829860" y="1132635"/>
          <a:ext cx="2117407" cy="489600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Aethalometer</a:t>
          </a:r>
          <a:endParaRPr lang="en-US" sz="1700" kern="1200"/>
        </a:p>
      </dsp:txBody>
      <dsp:txXfrm>
        <a:off x="4829860" y="1132635"/>
        <a:ext cx="2117407" cy="489600"/>
      </dsp:txXfrm>
    </dsp:sp>
    <dsp:sp modelId="{629D4D07-CF60-1440-9736-BF9207F92159}">
      <dsp:nvSpPr>
        <dsp:cNvPr id="0" name=""/>
        <dsp:cNvSpPr/>
      </dsp:nvSpPr>
      <dsp:spPr>
        <a:xfrm>
          <a:off x="4829860" y="1622235"/>
          <a:ext cx="2117407" cy="3031766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1" kern="1200"/>
            <a:t>Principle:</a:t>
          </a:r>
          <a:r>
            <a:rPr lang="en-CA" sz="1700" kern="1200"/>
            <a:t> Multi-wavelength light attenuation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1" kern="1200"/>
            <a:t>Advantage:</a:t>
          </a:r>
          <a:r>
            <a:rPr lang="en-CA" sz="1700" kern="1200"/>
            <a:t> Real-time, source discrimination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1" kern="1200"/>
            <a:t>Sampling:</a:t>
          </a:r>
          <a:r>
            <a:rPr lang="en-CA" sz="1700" kern="1200"/>
            <a:t> 1-minute resolution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700" b="1" kern="1200"/>
            <a:t>Challenge:</a:t>
          </a:r>
          <a:r>
            <a:rPr lang="en-CA" sz="1700" kern="1200"/>
            <a:t> Filter loading effects</a:t>
          </a:r>
          <a:endParaRPr lang="en-US" sz="1700" kern="1200"/>
        </a:p>
      </dsp:txBody>
      <dsp:txXfrm>
        <a:off x="4829860" y="1622235"/>
        <a:ext cx="2117407" cy="30317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5F70F4-D8C2-4D49-B606-0FA60CE4BA6F}">
      <dsp:nvSpPr>
        <dsp:cNvPr id="0" name=""/>
        <dsp:cNvSpPr/>
      </dsp:nvSpPr>
      <dsp:spPr>
        <a:xfrm rot="5400000">
          <a:off x="6827005" y="-2958807"/>
          <a:ext cx="64720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CA" sz="2100" b="0" i="1" kern="1200" smtClean="0">
                  <a:latin typeface="Cambria Math" panose="02040503050406030204" pitchFamily="18" charset="0"/>
                </a:rPr>
                <m:t>𝑀𝐴𝐶</m:t>
              </m:r>
              <m:r>
                <a:rPr lang="en-CA" sz="2100" b="0" i="1" kern="1200" smtClean="0">
                  <a:latin typeface="Cambria Math" panose="02040503050406030204" pitchFamily="18" charset="0"/>
                </a:rPr>
                <m:t>=</m:t>
              </m:r>
              <m:r>
                <a:rPr lang="en-CA" sz="2100" b="0" i="1" kern="1200" smtClean="0">
                  <a:latin typeface="Cambria Math" panose="02040503050406030204" pitchFamily="18" charset="0"/>
                </a:rPr>
                <m:t>𝑚𝑒𝑎𝑛</m:t>
              </m:r>
              <m:d>
                <m:dPr>
                  <m:ctrlPr>
                    <a:rPr lang="en-CA" sz="2100" b="0" i="1" kern="1200">
                      <a:latin typeface="Cambria Math" panose="02040503050406030204" pitchFamily="18" charset="0"/>
                    </a:rPr>
                  </m:ctrlPr>
                </m:dPr>
                <m:e>
                  <m:f>
                    <m:fPr>
                      <m:ctrlPr>
                        <a:rPr lang="en-CA" sz="2100" i="1" kern="1200">
                          <a:latin typeface="Cambria Math" panose="02040503050406030204" pitchFamily="18" charset="0"/>
                        </a:rPr>
                      </m:ctrlPr>
                    </m:fPr>
                    <m:num>
                      <m:sSub>
                        <m:sSubPr>
                          <m:ctrlPr>
                            <a:rPr lang="en-CA" sz="2100" i="1" kern="1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100" b="0" i="1" kern="120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CA" sz="2100" b="0" i="1" kern="1200">
                              <a:latin typeface="Cambria Math" panose="02040503050406030204" pitchFamily="18" charset="0"/>
                            </a:rPr>
                            <m:t>𝑎𝑏𝑠</m:t>
                          </m:r>
                        </m:sub>
                      </m:sSub>
                    </m:num>
                    <m:den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𝐸𝐶</m:t>
                      </m:r>
                    </m:den>
                  </m:f>
                </m:e>
              </m:d>
              <m:r>
                <a:rPr lang="en-CA" sz="2100" b="0" i="1" kern="1200">
                  <a:latin typeface="Cambria Math" panose="02040503050406030204" pitchFamily="18" charset="0"/>
                </a:rPr>
                <m:t>=11.15</m:t>
              </m:r>
              <m:r>
                <m:rPr>
                  <m:nor/>
                </m:rPr>
                <a:rPr lang="en-CA" sz="2100" b="0" i="0" kern="1200"/>
                <m:t> </m:t>
              </m:r>
              <m:f>
                <m:fPr>
                  <m:ctrlPr>
                    <a:rPr lang="en-CA" sz="2100" b="0" i="1" kern="1200">
                      <a:latin typeface="Cambria Math" panose="02040503050406030204" pitchFamily="18" charset="0"/>
                    </a:rPr>
                  </m:ctrlPr>
                </m:fPr>
                <m:num>
                  <m:sSup>
                    <m:sSupPr>
                      <m:ctrlPr>
                        <a:rPr lang="en-CA" sz="2100" b="0" i="1" kern="120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𝑚</m:t>
                      </m:r>
                    </m:e>
                    <m:sup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num>
                <m:den>
                  <m:r>
                    <a:rPr lang="en-CA" sz="2100" b="0" i="1" kern="1200">
                      <a:latin typeface="Cambria Math" panose="02040503050406030204" pitchFamily="18" charset="0"/>
                    </a:rPr>
                    <m:t>𝑔</m:t>
                  </m:r>
                </m:den>
              </m:f>
            </m:oMath>
          </a14:m>
          <a:endParaRPr lang="en-CA" sz="2100" kern="1200"/>
        </a:p>
      </dsp:txBody>
      <dsp:txXfrm rot="-5400000">
        <a:off x="3785615" y="114177"/>
        <a:ext cx="6698390" cy="584016"/>
      </dsp:txXfrm>
    </dsp:sp>
    <dsp:sp modelId="{4FB08220-B2A5-EE4E-B5AE-9B9FC5289E56}">
      <dsp:nvSpPr>
        <dsp:cNvPr id="0" name=""/>
        <dsp:cNvSpPr/>
      </dsp:nvSpPr>
      <dsp:spPr>
        <a:xfrm>
          <a:off x="0" y="1682"/>
          <a:ext cx="3785616" cy="8090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Method 1 - Mean of Ratios: </a:t>
          </a:r>
        </a:p>
      </dsp:txBody>
      <dsp:txXfrm>
        <a:off x="39492" y="41174"/>
        <a:ext cx="3706632" cy="730021"/>
      </dsp:txXfrm>
    </dsp:sp>
    <dsp:sp modelId="{ACA0FBA9-84CC-8846-9887-C8FB4853D06F}">
      <dsp:nvSpPr>
        <dsp:cNvPr id="0" name=""/>
        <dsp:cNvSpPr/>
      </dsp:nvSpPr>
      <dsp:spPr>
        <a:xfrm rot="5400000">
          <a:off x="6827005" y="-2109351"/>
          <a:ext cx="64720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CA" sz="2100" b="0" i="1" kern="1200" smtClean="0">
                  <a:latin typeface="Cambria Math" panose="02040503050406030204" pitchFamily="18" charset="0"/>
                </a:rPr>
                <m:t>𝑀𝐴𝐶</m:t>
              </m:r>
              <m:r>
                <a:rPr lang="en-CA" sz="2100" b="0" i="1" kern="1200" smtClean="0">
                  <a:latin typeface="Cambria Math" panose="02040503050406030204" pitchFamily="18" charset="0"/>
                </a:rPr>
                <m:t>=</m:t>
              </m:r>
              <m:f>
                <m:fPr>
                  <m:ctrlPr>
                    <a:rPr lang="en-CA" sz="2100" i="1" kern="1200">
                      <a:latin typeface="Cambria Math" panose="02040503050406030204" pitchFamily="18" charset="0"/>
                    </a:rPr>
                  </m:ctrlPr>
                </m:fPr>
                <m:num>
                  <m:sSub>
                    <m:sSubPr>
                      <m:ctrlPr>
                        <a:rPr lang="en-CA" sz="210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𝑚𝑒𝑎𝑛</m:t>
                      </m:r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𝐹</m:t>
                      </m:r>
                    </m:e>
                    <m:sub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𝑎𝑏𝑠</m:t>
                      </m:r>
                    </m:sub>
                  </m:sSub>
                  <m:r>
                    <a:rPr lang="en-CA" sz="2100" b="0" i="1" kern="1200">
                      <a:latin typeface="Cambria Math" panose="02040503050406030204" pitchFamily="18" charset="0"/>
                    </a:rPr>
                    <m:t>)</m:t>
                  </m:r>
                </m:num>
                <m:den>
                  <m:r>
                    <a:rPr lang="en-CA" sz="2100" b="0" i="1" kern="1200">
                      <a:latin typeface="Cambria Math" panose="02040503050406030204" pitchFamily="18" charset="0"/>
                    </a:rPr>
                    <m:t>𝑚𝑒𝑎𝑛</m:t>
                  </m:r>
                  <m:r>
                    <a:rPr lang="en-CA" sz="2100" b="0" i="1" kern="1200">
                      <a:latin typeface="Cambria Math" panose="02040503050406030204" pitchFamily="18" charset="0"/>
                    </a:rPr>
                    <m:t>(</m:t>
                  </m:r>
                  <m:r>
                    <a:rPr lang="en-CA" sz="2100" b="0" i="1" kern="1200">
                      <a:latin typeface="Cambria Math" panose="02040503050406030204" pitchFamily="18" charset="0"/>
                    </a:rPr>
                    <m:t>𝐸𝐶</m:t>
                  </m:r>
                  <m:r>
                    <a:rPr lang="en-CA" sz="2100" b="0" i="1" kern="1200">
                      <a:latin typeface="Cambria Math" panose="02040503050406030204" pitchFamily="18" charset="0"/>
                    </a:rPr>
                    <m:t>)</m:t>
                  </m:r>
                </m:den>
              </m:f>
              <m:r>
                <a:rPr lang="en-CA" sz="2100" b="0" i="1" kern="1200">
                  <a:latin typeface="Cambria Math" panose="02040503050406030204" pitchFamily="18" charset="0"/>
                </a:rPr>
                <m:t>=1</m:t>
              </m:r>
              <m:r>
                <a:rPr lang="en-CA" sz="2100" b="0" i="1" kern="1200" smtClean="0">
                  <a:latin typeface="Cambria Math" panose="02040503050406030204" pitchFamily="18" charset="0"/>
                </a:rPr>
                <m:t>0</m:t>
              </m:r>
              <m:r>
                <a:rPr lang="en-CA" sz="2100" b="0" i="1" kern="1200">
                  <a:latin typeface="Cambria Math" panose="02040503050406030204" pitchFamily="18" charset="0"/>
                </a:rPr>
                <m:t>.</m:t>
              </m:r>
              <m:r>
                <m:rPr>
                  <m:nor/>
                </m:rPr>
                <a:rPr lang="en-CA" sz="2100" b="0" i="0" kern="1200" smtClean="0"/>
                <m:t>09</m:t>
              </m:r>
              <m:r>
                <m:rPr>
                  <m:nor/>
                </m:rPr>
                <a:rPr lang="en-CA" sz="2100" b="0" i="0" kern="1200"/>
                <m:t> </m:t>
              </m:r>
              <m:f>
                <m:fPr>
                  <m:ctrlPr>
                    <a:rPr lang="en-CA" sz="2100" b="0" i="1" kern="1200">
                      <a:latin typeface="Cambria Math" panose="02040503050406030204" pitchFamily="18" charset="0"/>
                    </a:rPr>
                  </m:ctrlPr>
                </m:fPr>
                <m:num>
                  <m:sSup>
                    <m:sSupPr>
                      <m:ctrlPr>
                        <a:rPr lang="en-CA" sz="2100" b="0" i="1" kern="120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𝑚</m:t>
                      </m:r>
                    </m:e>
                    <m:sup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num>
                <m:den>
                  <m:r>
                    <a:rPr lang="en-CA" sz="2100" b="0" i="1" kern="1200">
                      <a:latin typeface="Cambria Math" panose="02040503050406030204" pitchFamily="18" charset="0"/>
                    </a:rPr>
                    <m:t>𝑔</m:t>
                  </m:r>
                </m:den>
              </m:f>
            </m:oMath>
          </a14:m>
          <a:endParaRPr lang="en-CA" sz="2100" kern="1200" dirty="0"/>
        </a:p>
      </dsp:txBody>
      <dsp:txXfrm rot="-5400000">
        <a:off x="3785615" y="963633"/>
        <a:ext cx="6698390" cy="584016"/>
      </dsp:txXfrm>
    </dsp:sp>
    <dsp:sp modelId="{8537A6E8-4F37-574F-A0CC-65A25293FB5F}">
      <dsp:nvSpPr>
        <dsp:cNvPr id="0" name=""/>
        <dsp:cNvSpPr/>
      </dsp:nvSpPr>
      <dsp:spPr>
        <a:xfrm>
          <a:off x="0" y="851138"/>
          <a:ext cx="3785616" cy="8090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Method 2 - Ratio of Means:</a:t>
          </a:r>
        </a:p>
      </dsp:txBody>
      <dsp:txXfrm>
        <a:off x="39492" y="890630"/>
        <a:ext cx="3706632" cy="730021"/>
      </dsp:txXfrm>
    </dsp:sp>
    <dsp:sp modelId="{6FE07A59-5F34-0043-81E5-3478AFCD69EA}">
      <dsp:nvSpPr>
        <dsp:cNvPr id="0" name=""/>
        <dsp:cNvSpPr/>
      </dsp:nvSpPr>
      <dsp:spPr>
        <a:xfrm rot="5400000">
          <a:off x="6827005" y="-1259894"/>
          <a:ext cx="64720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CA" sz="21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CA" sz="2100" b="0" i="1" kern="1200">
                      <a:latin typeface="Cambria Math" panose="02040503050406030204" pitchFamily="18" charset="0"/>
                    </a:rPr>
                    <m:t>𝐹</m:t>
                  </m:r>
                </m:e>
                <m:sub>
                  <m:r>
                    <a:rPr lang="en-CA" sz="2100" b="0" i="1" kern="1200">
                      <a:latin typeface="Cambria Math" panose="02040503050406030204" pitchFamily="18" charset="0"/>
                    </a:rPr>
                    <m:t>𝑎𝑏𝑠</m:t>
                  </m:r>
                </m:sub>
              </m:sSub>
              <m:r>
                <a:rPr lang="en-CA" sz="2100" b="0" i="1" kern="1200">
                  <a:latin typeface="Cambria Math" panose="02040503050406030204" pitchFamily="18" charset="0"/>
                </a:rPr>
                <m:t>=</m:t>
              </m:r>
              <m:r>
                <a:rPr lang="en-CA" sz="2100" b="0" i="1" kern="1200">
                  <a:latin typeface="Cambria Math" panose="02040503050406030204" pitchFamily="18" charset="0"/>
                </a:rPr>
                <m:t>𝑚</m:t>
              </m:r>
              <m:r>
                <a:rPr lang="en-CA" sz="2100" b="0" i="1" kern="1200">
                  <a:latin typeface="Cambria Math" panose="02040503050406030204" pitchFamily="18" charset="0"/>
                </a:rPr>
                <m:t>∗</m:t>
              </m:r>
              <m:r>
                <a:rPr lang="en-CA" sz="2100" b="0" i="1" kern="1200">
                  <a:latin typeface="Cambria Math" panose="02040503050406030204" pitchFamily="18" charset="0"/>
                </a:rPr>
                <m:t>𝐸𝐶</m:t>
              </m:r>
              <m:r>
                <a:rPr lang="en-CA" sz="2100" b="0" i="1" kern="1200">
                  <a:latin typeface="Cambria Math" panose="02040503050406030204" pitchFamily="18" charset="0"/>
                </a:rPr>
                <m:t>+</m:t>
              </m:r>
              <m:r>
                <a:rPr lang="en-CA" sz="2100" b="0" i="1" kern="1200">
                  <a:latin typeface="Cambria Math" panose="02040503050406030204" pitchFamily="18" charset="0"/>
                </a:rPr>
                <m:t>𝑏</m:t>
              </m:r>
              <m:r>
                <a:rPr lang="en-CA" sz="2100" b="0" i="1" kern="1200">
                  <a:latin typeface="Cambria Math" panose="02040503050406030204" pitchFamily="18" charset="0"/>
                </a:rPr>
                <m:t>→</m:t>
              </m:r>
              <m:r>
                <a:rPr lang="en-CA" sz="2100" b="0" i="1" kern="1200">
                  <a:latin typeface="Cambria Math" panose="02040503050406030204" pitchFamily="18" charset="0"/>
                </a:rPr>
                <m:t>𝑀𝐴𝐶</m:t>
              </m:r>
              <m:r>
                <a:rPr lang="en-CA" sz="2100" b="0" i="1" kern="1200">
                  <a:latin typeface="Cambria Math" panose="02040503050406030204" pitchFamily="18" charset="0"/>
                </a:rPr>
                <m:t>=4.20</m:t>
              </m:r>
              <m:r>
                <m:rPr>
                  <m:nor/>
                </m:rPr>
                <a:rPr lang="en-CA" sz="2100" b="0" i="0" kern="1200"/>
                <m:t> </m:t>
              </m:r>
              <m:f>
                <m:fPr>
                  <m:ctrlPr>
                    <a:rPr lang="en-CA" sz="2100" b="0" i="1" kern="1200">
                      <a:latin typeface="Cambria Math" panose="02040503050406030204" pitchFamily="18" charset="0"/>
                    </a:rPr>
                  </m:ctrlPr>
                </m:fPr>
                <m:num>
                  <m:sSup>
                    <m:sSupPr>
                      <m:ctrlPr>
                        <a:rPr lang="en-CA" sz="2100" b="0" i="1" kern="120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𝑚</m:t>
                      </m:r>
                    </m:e>
                    <m:sup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num>
                <m:den>
                  <m:r>
                    <a:rPr lang="en-CA" sz="2100" b="0" i="1" kern="1200">
                      <a:latin typeface="Cambria Math" panose="02040503050406030204" pitchFamily="18" charset="0"/>
                    </a:rPr>
                    <m:t>𝑔</m:t>
                  </m:r>
                </m:den>
              </m:f>
            </m:oMath>
          </a14:m>
          <a:endParaRPr lang="en-CA" sz="2100" kern="1200"/>
        </a:p>
      </dsp:txBody>
      <dsp:txXfrm rot="-5400000">
        <a:off x="3785615" y="1813090"/>
        <a:ext cx="6698390" cy="584016"/>
      </dsp:txXfrm>
    </dsp:sp>
    <dsp:sp modelId="{FAF02E55-5538-4C44-96BD-FA280421FE45}">
      <dsp:nvSpPr>
        <dsp:cNvPr id="0" name=""/>
        <dsp:cNvSpPr/>
      </dsp:nvSpPr>
      <dsp:spPr>
        <a:xfrm>
          <a:off x="0" y="1700594"/>
          <a:ext cx="3785616" cy="8090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Method 3 - Standard Regression:</a:t>
          </a:r>
        </a:p>
      </dsp:txBody>
      <dsp:txXfrm>
        <a:off x="39492" y="1740086"/>
        <a:ext cx="3706632" cy="730021"/>
      </dsp:txXfrm>
    </dsp:sp>
    <dsp:sp modelId="{B1135BBC-0593-4A48-B752-8436A465D663}">
      <dsp:nvSpPr>
        <dsp:cNvPr id="0" name=""/>
        <dsp:cNvSpPr/>
      </dsp:nvSpPr>
      <dsp:spPr>
        <a:xfrm rot="5400000">
          <a:off x="6827005" y="-410438"/>
          <a:ext cx="64720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CA" sz="21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CA" sz="2100" b="0" i="1" kern="1200">
                      <a:latin typeface="Cambria Math" panose="02040503050406030204" pitchFamily="18" charset="0"/>
                    </a:rPr>
                    <m:t>𝐹</m:t>
                  </m:r>
                </m:e>
                <m:sub>
                  <m:r>
                    <a:rPr lang="en-CA" sz="2100" b="0" i="1" kern="1200">
                      <a:latin typeface="Cambria Math" panose="02040503050406030204" pitchFamily="18" charset="0"/>
                    </a:rPr>
                    <m:t>𝑎𝑏𝑠</m:t>
                  </m:r>
                </m:sub>
              </m:sSub>
              <m:r>
                <a:rPr lang="en-CA" sz="2100" b="0" i="1" kern="1200">
                  <a:latin typeface="Cambria Math" panose="02040503050406030204" pitchFamily="18" charset="0"/>
                </a:rPr>
                <m:t>=</m:t>
              </m:r>
              <m:r>
                <a:rPr lang="en-CA" sz="2100" b="0" i="1" kern="1200">
                  <a:latin typeface="Cambria Math" panose="02040503050406030204" pitchFamily="18" charset="0"/>
                </a:rPr>
                <m:t>𝑚</m:t>
              </m:r>
              <m:r>
                <a:rPr lang="en-CA" sz="2100" b="0" i="1" kern="1200">
                  <a:latin typeface="Cambria Math" panose="02040503050406030204" pitchFamily="18" charset="0"/>
                </a:rPr>
                <m:t>∗</m:t>
              </m:r>
              <m:r>
                <a:rPr lang="en-CA" sz="2100" b="0" i="1" kern="1200">
                  <a:latin typeface="Cambria Math" panose="02040503050406030204" pitchFamily="18" charset="0"/>
                </a:rPr>
                <m:t>𝐸𝐶</m:t>
              </m:r>
              <m:r>
                <a:rPr lang="en-CA" sz="2100" b="0" i="1" kern="1200">
                  <a:latin typeface="Cambria Math" panose="02040503050406030204" pitchFamily="18" charset="0"/>
                </a:rPr>
                <m:t>→</m:t>
              </m:r>
              <m:r>
                <a:rPr lang="en-CA" sz="2100" b="0" i="1" kern="1200">
                  <a:latin typeface="Cambria Math" panose="02040503050406030204" pitchFamily="18" charset="0"/>
                </a:rPr>
                <m:t>𝑀𝐴𝐶</m:t>
              </m:r>
              <m:r>
                <a:rPr lang="en-CA" sz="2100" b="0" i="1" kern="1200">
                  <a:latin typeface="Cambria Math" panose="02040503050406030204" pitchFamily="18" charset="0"/>
                </a:rPr>
                <m:t>=9.</m:t>
              </m:r>
              <m:r>
                <m:rPr>
                  <m:nor/>
                </m:rPr>
                <a:rPr lang="en-CA" sz="2100" b="0" i="0" kern="1200"/>
                <m:t>18 </m:t>
              </m:r>
              <m:f>
                <m:fPr>
                  <m:ctrlPr>
                    <a:rPr lang="en-CA" sz="2100" b="0" i="1" kern="1200">
                      <a:latin typeface="Cambria Math" panose="02040503050406030204" pitchFamily="18" charset="0"/>
                    </a:rPr>
                  </m:ctrlPr>
                </m:fPr>
                <m:num>
                  <m:sSup>
                    <m:sSupPr>
                      <m:ctrlPr>
                        <a:rPr lang="en-CA" sz="2100" b="0" i="1" kern="120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𝑚</m:t>
                      </m:r>
                    </m:e>
                    <m:sup>
                      <m:r>
                        <a:rPr lang="en-CA" sz="2100" b="0" i="1" kern="1200"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num>
                <m:den>
                  <m:r>
                    <a:rPr lang="en-CA" sz="2100" b="0" i="1" kern="1200">
                      <a:latin typeface="Cambria Math" panose="02040503050406030204" pitchFamily="18" charset="0"/>
                    </a:rPr>
                    <m:t>𝑔</m:t>
                  </m:r>
                </m:den>
              </m:f>
            </m:oMath>
          </a14:m>
          <a:endParaRPr lang="en-CA" sz="2100" kern="1200"/>
        </a:p>
      </dsp:txBody>
      <dsp:txXfrm rot="-5400000">
        <a:off x="3785615" y="2662546"/>
        <a:ext cx="6698390" cy="584016"/>
      </dsp:txXfrm>
    </dsp:sp>
    <dsp:sp modelId="{72B6A7BA-35B0-FA42-9B36-80284669A500}">
      <dsp:nvSpPr>
        <dsp:cNvPr id="0" name=""/>
        <dsp:cNvSpPr/>
      </dsp:nvSpPr>
      <dsp:spPr>
        <a:xfrm>
          <a:off x="0" y="2550050"/>
          <a:ext cx="3785616" cy="8090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kern="1200"/>
            <a:t>Method 4 - Origin Regression:</a:t>
          </a:r>
        </a:p>
      </dsp:txBody>
      <dsp:txXfrm>
        <a:off x="39492" y="2589542"/>
        <a:ext cx="3706632" cy="7300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F2BA4-1149-FF4C-9EC8-222D82B3A0E3}">
      <dsp:nvSpPr>
        <dsp:cNvPr id="0" name=""/>
        <dsp:cNvSpPr/>
      </dsp:nvSpPr>
      <dsp:spPr>
        <a:xfrm>
          <a:off x="0" y="114693"/>
          <a:ext cx="10396537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400" b="1" kern="1200"/>
            <a:t>Statistical Performance vs Physical Reality:</a:t>
          </a:r>
          <a:endParaRPr lang="en-CA" sz="2400" kern="1200"/>
        </a:p>
      </dsp:txBody>
      <dsp:txXfrm>
        <a:off x="28786" y="143479"/>
        <a:ext cx="10338965" cy="532107"/>
      </dsp:txXfrm>
    </dsp:sp>
    <dsp:sp modelId="{1B6C5B10-EFA9-6742-9AA1-BE1706CDC962}">
      <dsp:nvSpPr>
        <dsp:cNvPr id="0" name=""/>
        <dsp:cNvSpPr/>
      </dsp:nvSpPr>
      <dsp:spPr>
        <a:xfrm>
          <a:off x="0" y="704373"/>
          <a:ext cx="10396537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0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900" kern="1200"/>
            <a:t>Method 3 has the best R² (0.754) but predicts </a:t>
          </a:r>
          <a:r>
            <a:rPr lang="en-CA" sz="1900" b="1" kern="1200"/>
            <a:t>negative BC when F</a:t>
          </a:r>
          <a:r>
            <a:rPr lang="en-CA" sz="1900" b="1" kern="1200" baseline="-25000"/>
            <a:t>abs</a:t>
          </a:r>
          <a:r>
            <a:rPr lang="en-CA" sz="1900" b="1" kern="1200"/>
            <a:t> = 0</a:t>
          </a:r>
          <a:endParaRPr lang="en-CA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900" kern="1200"/>
            <a:t>This violates the fundamental physical constraint that zero absorption should equal zero BC.</a:t>
          </a:r>
        </a:p>
      </dsp:txBody>
      <dsp:txXfrm>
        <a:off x="0" y="704373"/>
        <a:ext cx="10396537" cy="6582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CBF293-FE95-6E4D-89D0-EEEE8F8F6E83}">
      <dsp:nvSpPr>
        <dsp:cNvPr id="0" name=""/>
        <dsp:cNvSpPr/>
      </dsp:nvSpPr>
      <dsp:spPr>
        <a:xfrm>
          <a:off x="0" y="22881"/>
          <a:ext cx="6949440" cy="8599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500" b="1" kern="1200"/>
            <a:t>Why Iron Matters</a:t>
          </a:r>
          <a:endParaRPr lang="en-US" sz="3500" kern="1200"/>
        </a:p>
      </dsp:txBody>
      <dsp:txXfrm>
        <a:off x="41979" y="64860"/>
        <a:ext cx="6865482" cy="775991"/>
      </dsp:txXfrm>
    </dsp:sp>
    <dsp:sp modelId="{4D2DFF36-F8EB-B546-8DB7-6BBED25BEF5A}">
      <dsp:nvSpPr>
        <dsp:cNvPr id="0" name=""/>
        <dsp:cNvSpPr/>
      </dsp:nvSpPr>
      <dsp:spPr>
        <a:xfrm>
          <a:off x="0" y="882831"/>
          <a:ext cx="6949440" cy="2245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700" kern="1200"/>
            <a:t>Iron absorbs light at 633nm (HIPS wavelength)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700" kern="1200"/>
            <a:t>Ethiopia has significant dust sources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700" kern="1200"/>
            <a:t>Could create "false" BC signal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700" kern="1200"/>
            <a:t>Average Fe concentration: ~300 ng/m³</a:t>
          </a:r>
          <a:endParaRPr lang="en-US" sz="2700" kern="1200"/>
        </a:p>
      </dsp:txBody>
      <dsp:txXfrm>
        <a:off x="0" y="882831"/>
        <a:ext cx="6949440" cy="2245950"/>
      </dsp:txXfrm>
    </dsp:sp>
    <dsp:sp modelId="{7D978941-C048-B84B-9AC4-B97896973381}">
      <dsp:nvSpPr>
        <dsp:cNvPr id="0" name=""/>
        <dsp:cNvSpPr/>
      </dsp:nvSpPr>
      <dsp:spPr>
        <a:xfrm>
          <a:off x="0" y="3128781"/>
          <a:ext cx="6949440" cy="859949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500" b="1" kern="1200"/>
            <a:t>Extinction Coefficients:</a:t>
          </a:r>
          <a:endParaRPr lang="en-US" sz="3500" kern="1200"/>
        </a:p>
      </dsp:txBody>
      <dsp:txXfrm>
        <a:off x="41979" y="3170760"/>
        <a:ext cx="6865482" cy="775991"/>
      </dsp:txXfrm>
    </dsp:sp>
    <dsp:sp modelId="{41E4DE3C-4105-244A-975D-E76BDEA0857A}">
      <dsp:nvSpPr>
        <dsp:cNvPr id="0" name=""/>
        <dsp:cNvSpPr/>
      </dsp:nvSpPr>
      <dsp:spPr>
        <a:xfrm>
          <a:off x="0" y="3988731"/>
          <a:ext cx="6949440" cy="1775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700" kern="1200"/>
            <a:t>Iron (Fe³⁺): 2,220 M⁻¹ cm⁻¹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700" kern="1200"/>
            <a:t>Manganese: 50-500 M⁻¹ cm⁻¹</a:t>
          </a:r>
          <a:endParaRPr lang="en-US" sz="2700" kern="1200"/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2700" i="1" kern="1200"/>
            <a:t>Iron is 5-10× stronger absorber</a:t>
          </a:r>
          <a:br>
            <a:rPr lang="en-CA" sz="2700" kern="1200"/>
          </a:br>
          <a:endParaRPr lang="en-US" sz="2700" kern="1200"/>
        </a:p>
      </dsp:txBody>
      <dsp:txXfrm>
        <a:off x="0" y="3988731"/>
        <a:ext cx="6949440" cy="17750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B3CE49-4820-8947-B98A-5E5D39DA8305}">
      <dsp:nvSpPr>
        <dsp:cNvPr id="0" name=""/>
        <dsp:cNvSpPr/>
      </dsp:nvSpPr>
      <dsp:spPr>
        <a:xfrm rot="16200000">
          <a:off x="-929284" y="931819"/>
          <a:ext cx="4351338" cy="248769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0808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FTIR-EC vs Aethalometer</a:t>
          </a:r>
          <a:endParaRPr lang="en-CA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b="1" kern="1200" dirty="0"/>
            <a:t>Correlation:</a:t>
          </a:r>
          <a:r>
            <a:rPr lang="en-CA" sz="1300" kern="1200" dirty="0"/>
            <a:t> r</a:t>
          </a:r>
          <a:r>
            <a:rPr lang="en-CA" sz="1300" kern="1200" baseline="30000" dirty="0"/>
            <a:t>2</a:t>
          </a:r>
          <a:r>
            <a:rPr lang="en-CA" sz="1300" kern="1200" dirty="0"/>
            <a:t> = 0.608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b="1" kern="1200"/>
            <a:t>Systematic offset:</a:t>
          </a:r>
          <a:r>
            <a:rPr lang="en-CA" sz="1300" kern="1200"/>
            <a:t> Aethalometer consistently higher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b="1" kern="1200"/>
            <a:t>Bias:</a:t>
          </a:r>
          <a:r>
            <a:rPr lang="en-CA" sz="1300" kern="1200"/>
            <a:t> ~2× overestimation by aethalometer</a:t>
          </a:r>
        </a:p>
      </dsp:txBody>
      <dsp:txXfrm rot="5400000">
        <a:off x="2535" y="870268"/>
        <a:ext cx="2487699" cy="2610802"/>
      </dsp:txXfrm>
    </dsp:sp>
    <dsp:sp modelId="{BF917EA8-92E6-5342-BAEA-1A7E229A31BA}">
      <dsp:nvSpPr>
        <dsp:cNvPr id="0" name=""/>
        <dsp:cNvSpPr/>
      </dsp:nvSpPr>
      <dsp:spPr>
        <a:xfrm rot="16200000">
          <a:off x="1744992" y="931819"/>
          <a:ext cx="4351338" cy="248769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0808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HIPS vs Aethalometer</a:t>
          </a:r>
          <a:endParaRPr lang="en-CA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b="1" kern="1200" dirty="0"/>
            <a:t>Correlation:</a:t>
          </a:r>
          <a:r>
            <a:rPr lang="en-CA" sz="1300" kern="1200" dirty="0"/>
            <a:t> r</a:t>
          </a:r>
          <a:r>
            <a:rPr lang="en-CA" sz="1300" kern="1200" baseline="30000" dirty="0"/>
            <a:t>2</a:t>
          </a:r>
          <a:r>
            <a:rPr lang="en-CA" sz="1300" kern="1200" dirty="0"/>
            <a:t> = 0.558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b="1" kern="1200"/>
            <a:t>Similar bias pattern:</a:t>
          </a:r>
          <a:r>
            <a:rPr lang="en-CA" sz="1300" kern="1200"/>
            <a:t> Aethalometer systematically high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b="1" kern="1200"/>
            <a:t>Temporal consistency:</a:t>
          </a:r>
          <a:r>
            <a:rPr lang="en-CA" sz="1300" kern="1200"/>
            <a:t> All methods track same events</a:t>
          </a:r>
        </a:p>
      </dsp:txBody>
      <dsp:txXfrm rot="5400000">
        <a:off x="2676811" y="870268"/>
        <a:ext cx="2487699" cy="2610802"/>
      </dsp:txXfrm>
    </dsp:sp>
    <dsp:sp modelId="{42436737-8D59-EB4F-9624-7426208A051F}">
      <dsp:nvSpPr>
        <dsp:cNvPr id="0" name=""/>
        <dsp:cNvSpPr/>
      </dsp:nvSpPr>
      <dsp:spPr>
        <a:xfrm rot="16200000">
          <a:off x="4419269" y="931819"/>
          <a:ext cx="4351338" cy="248769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0808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Key Finding: Systematic Aethalometer Bias</a:t>
          </a:r>
          <a:endParaRPr lang="en-CA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b="1" kern="1200"/>
            <a:t>Magnitude:</a:t>
          </a:r>
          <a:r>
            <a:rPr lang="en-CA" sz="1300" kern="1200"/>
            <a:t> Aethalometer mean = 7.7 </a:t>
          </a:r>
          <a:r>
            <a:rPr lang="el-GR" sz="1300" kern="1200"/>
            <a:t>μ</a:t>
          </a:r>
          <a:r>
            <a:rPr lang="en-CA" sz="1300" kern="1200"/>
            <a:t>g/m³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b="1" kern="1200"/>
            <a:t>FTIR/HIPS:</a:t>
          </a:r>
          <a:r>
            <a:rPr lang="en-CA" sz="1300" kern="1200"/>
            <a:t> Both ~4.6 </a:t>
          </a:r>
          <a:r>
            <a:rPr lang="el-GR" sz="1300" kern="1200"/>
            <a:t>μ</a:t>
          </a:r>
          <a:r>
            <a:rPr lang="en-CA" sz="1300" kern="1200"/>
            <a:t>g/m³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b="1" kern="1200" dirty="0"/>
            <a:t>Implication:</a:t>
          </a:r>
          <a:r>
            <a:rPr lang="en-CA" sz="1300" kern="1200" dirty="0"/>
            <a:t> Default aethalometer corrections inappropriate for this site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b="1" kern="1200" dirty="0"/>
            <a:t>Possible causes:</a:t>
          </a:r>
          <a:r>
            <a:rPr lang="en-CA" sz="1300" kern="1200" dirty="0"/>
            <a:t> Filter loading, MAC assumptions, baseline corrections</a:t>
          </a:r>
        </a:p>
      </dsp:txBody>
      <dsp:txXfrm rot="5400000">
        <a:off x="5351088" y="870268"/>
        <a:ext cx="2487699" cy="2610802"/>
      </dsp:txXfrm>
    </dsp:sp>
    <dsp:sp modelId="{44BEB534-B894-2345-A61F-39283BCDF3AF}">
      <dsp:nvSpPr>
        <dsp:cNvPr id="0" name=""/>
        <dsp:cNvSpPr/>
      </dsp:nvSpPr>
      <dsp:spPr>
        <a:xfrm rot="16200000">
          <a:off x="7093546" y="931819"/>
          <a:ext cx="4351338" cy="248769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0808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Critical Insight:</a:t>
          </a:r>
          <a:r>
            <a:rPr lang="en-CA" sz="1700" kern="1200"/>
            <a:t> 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kern="1200"/>
            <a:t>Underlying factor causing systematic aethalometer overestimation needs investigation</a:t>
          </a:r>
        </a:p>
      </dsp:txBody>
      <dsp:txXfrm rot="5400000">
        <a:off x="8025365" y="870268"/>
        <a:ext cx="2487699" cy="26108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7F1AF-D497-1F43-8E08-2365150D98E5}">
      <dsp:nvSpPr>
        <dsp:cNvPr id="0" name=""/>
        <dsp:cNvSpPr/>
      </dsp:nvSpPr>
      <dsp:spPr>
        <a:xfrm>
          <a:off x="0" y="109786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b="1" kern="1200"/>
            <a:t>Method Selection Matters</a:t>
          </a:r>
          <a:endParaRPr lang="en-CA" sz="2200" kern="1200"/>
        </a:p>
      </dsp:txBody>
      <dsp:txXfrm>
        <a:off x="26387" y="136173"/>
        <a:ext cx="10462826" cy="487766"/>
      </dsp:txXfrm>
    </dsp:sp>
    <dsp:sp modelId="{9C8227FC-AB25-D145-9395-F224FC4DA98D}">
      <dsp:nvSpPr>
        <dsp:cNvPr id="0" name=""/>
        <dsp:cNvSpPr/>
      </dsp:nvSpPr>
      <dsp:spPr>
        <a:xfrm>
          <a:off x="0" y="650326"/>
          <a:ext cx="10515600" cy="53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700" kern="1200"/>
            <a:t>Statistical performance (R²) can be misleading. Physical constraints and bias are more important for operational measurements.</a:t>
          </a:r>
        </a:p>
      </dsp:txBody>
      <dsp:txXfrm>
        <a:off x="0" y="650326"/>
        <a:ext cx="10515600" cy="535095"/>
      </dsp:txXfrm>
    </dsp:sp>
    <dsp:sp modelId="{E17BDC43-FA32-514F-865B-23EC0E987F02}">
      <dsp:nvSpPr>
        <dsp:cNvPr id="0" name=""/>
        <dsp:cNvSpPr/>
      </dsp:nvSpPr>
      <dsp:spPr>
        <a:xfrm>
          <a:off x="0" y="1185421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b="1" kern="1200"/>
            <a:t>Seasonality is Real</a:t>
          </a:r>
          <a:endParaRPr lang="en-CA" sz="2200" kern="1200"/>
        </a:p>
      </dsp:txBody>
      <dsp:txXfrm>
        <a:off x="26387" y="1211808"/>
        <a:ext cx="10462826" cy="487766"/>
      </dsp:txXfrm>
    </dsp:sp>
    <dsp:sp modelId="{A9C2C797-B337-E342-8EF1-D9C4500F5E6F}">
      <dsp:nvSpPr>
        <dsp:cNvPr id="0" name=""/>
        <dsp:cNvSpPr/>
      </dsp:nvSpPr>
      <dsp:spPr>
        <a:xfrm>
          <a:off x="0" y="1725961"/>
          <a:ext cx="10515600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700" kern="1200"/>
            <a:t>MAC values vary by &gt;50% between dry and wet seasons. </a:t>
          </a:r>
        </a:p>
      </dsp:txBody>
      <dsp:txXfrm>
        <a:off x="0" y="1725961"/>
        <a:ext cx="10515600" cy="364320"/>
      </dsp:txXfrm>
    </dsp:sp>
    <dsp:sp modelId="{342A0DC7-AB99-2645-ADD2-7EDBB38FFBB1}">
      <dsp:nvSpPr>
        <dsp:cNvPr id="0" name=""/>
        <dsp:cNvSpPr/>
      </dsp:nvSpPr>
      <dsp:spPr>
        <a:xfrm>
          <a:off x="0" y="2090281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b="1" kern="1200"/>
            <a:t>Aethalometer Systematic Bias</a:t>
          </a:r>
          <a:endParaRPr lang="en-CA" sz="2200" kern="1200"/>
        </a:p>
      </dsp:txBody>
      <dsp:txXfrm>
        <a:off x="26387" y="2116668"/>
        <a:ext cx="10462826" cy="487766"/>
      </dsp:txXfrm>
    </dsp:sp>
    <dsp:sp modelId="{ABA56D82-2B5A-AD45-BDB8-AA487B5D00F1}">
      <dsp:nvSpPr>
        <dsp:cNvPr id="0" name=""/>
        <dsp:cNvSpPr/>
      </dsp:nvSpPr>
      <dsp:spPr>
        <a:xfrm>
          <a:off x="0" y="2630821"/>
          <a:ext cx="10515600" cy="53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700" kern="1200"/>
            <a:t>Aethalometer consistently overestimates BC by ~2× compared to FTIR-EC and HIPS. This suggests default corrections are inappropriate for Ethiopian aerosols.</a:t>
          </a:r>
        </a:p>
      </dsp:txBody>
      <dsp:txXfrm>
        <a:off x="0" y="2630821"/>
        <a:ext cx="10515600" cy="535095"/>
      </dsp:txXfrm>
    </dsp:sp>
    <dsp:sp modelId="{AB6389D8-1176-2346-A290-85D67454F4B9}">
      <dsp:nvSpPr>
        <dsp:cNvPr id="0" name=""/>
        <dsp:cNvSpPr/>
      </dsp:nvSpPr>
      <dsp:spPr>
        <a:xfrm>
          <a:off x="0" y="3165916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200" b="1" kern="1200"/>
            <a:t>Site-specific Calibration Required</a:t>
          </a:r>
          <a:endParaRPr lang="en-CA" sz="2200" kern="1200"/>
        </a:p>
      </dsp:txBody>
      <dsp:txXfrm>
        <a:off x="26387" y="3192303"/>
        <a:ext cx="10462826" cy="487766"/>
      </dsp:txXfrm>
    </dsp:sp>
    <dsp:sp modelId="{136B7330-6BE5-FF44-9A5C-207D892DD018}">
      <dsp:nvSpPr>
        <dsp:cNvPr id="0" name=""/>
        <dsp:cNvSpPr/>
      </dsp:nvSpPr>
      <dsp:spPr>
        <a:xfrm>
          <a:off x="0" y="3706456"/>
          <a:ext cx="10515600" cy="53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CA" sz="1700" kern="1200"/>
            <a:t>Universal MAC values (10 m²/g) and default instrument corrections are insufficient for accurate BC measurements in diverse environments.</a:t>
          </a:r>
        </a:p>
      </dsp:txBody>
      <dsp:txXfrm>
        <a:off x="0" y="3706456"/>
        <a:ext cx="10515600" cy="53509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A6BD4-FB55-4836-B4B8-B9EAFC912A29}">
      <dsp:nvSpPr>
        <dsp:cNvPr id="0" name=""/>
        <dsp:cNvSpPr/>
      </dsp:nvSpPr>
      <dsp:spPr>
        <a:xfrm>
          <a:off x="564387" y="58369"/>
          <a:ext cx="1510523" cy="14699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67063-7986-4A46-95A2-63048A423634}">
      <dsp:nvSpPr>
        <dsp:cNvPr id="0" name=""/>
        <dsp:cNvSpPr/>
      </dsp:nvSpPr>
      <dsp:spPr>
        <a:xfrm>
          <a:off x="564387" y="1710455"/>
          <a:ext cx="4315781" cy="629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3600" b="1" kern="1200"/>
            <a:t>Immediate Priorities</a:t>
          </a:r>
          <a:endParaRPr lang="en-US" sz="3600" kern="1200"/>
        </a:p>
      </dsp:txBody>
      <dsp:txXfrm>
        <a:off x="564387" y="1710455"/>
        <a:ext cx="4315781" cy="629999"/>
      </dsp:txXfrm>
    </dsp:sp>
    <dsp:sp modelId="{098AE67B-241D-4B6F-A794-0C11EC25E8B2}">
      <dsp:nvSpPr>
        <dsp:cNvPr id="0" name=""/>
        <dsp:cNvSpPr/>
      </dsp:nvSpPr>
      <dsp:spPr>
        <a:xfrm>
          <a:off x="564387" y="2425147"/>
          <a:ext cx="4315781" cy="1867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Dynamic season definitions:</a:t>
          </a:r>
          <a:r>
            <a:rPr lang="en-CA" sz="1700" kern="1200"/>
            <a:t> Use rainfall data instead of calendar months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All wavelength analysis:</a:t>
          </a:r>
          <a:r>
            <a:rPr lang="en-CA" sz="1700" kern="1200"/>
            <a:t> Complete aethalometer multi-</a:t>
          </a:r>
          <a:r>
            <a:rPr lang="el-GR" sz="1700" kern="1200"/>
            <a:t>λ </a:t>
          </a:r>
          <a:r>
            <a:rPr lang="en-CA" sz="1700" kern="1200"/>
            <a:t>comparison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Validation with raw attenuation:</a:t>
          </a:r>
          <a:r>
            <a:rPr lang="en-CA" sz="1700" kern="1200"/>
            <a:t> Compare </a:t>
          </a:r>
          <a:r>
            <a:rPr lang="el-GR" sz="1700" kern="1200"/>
            <a:t>τ </a:t>
          </a:r>
          <a:r>
            <a:rPr lang="en-CA" sz="1700" kern="1200"/>
            <a:t>vs corrected BC</a:t>
          </a:r>
          <a:endParaRPr lang="en-US" sz="1700" kern="1200"/>
        </a:p>
      </dsp:txBody>
      <dsp:txXfrm>
        <a:off x="564387" y="2425147"/>
        <a:ext cx="4315781" cy="1867821"/>
      </dsp:txXfrm>
    </dsp:sp>
    <dsp:sp modelId="{1CC86A49-1F6B-469B-9432-CF9B1D1F9C9A}">
      <dsp:nvSpPr>
        <dsp:cNvPr id="0" name=""/>
        <dsp:cNvSpPr/>
      </dsp:nvSpPr>
      <dsp:spPr>
        <a:xfrm>
          <a:off x="5635430" y="58369"/>
          <a:ext cx="1510523" cy="14699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88F68-BCDB-4362-9135-78C0D2ED5D9F}">
      <dsp:nvSpPr>
        <dsp:cNvPr id="0" name=""/>
        <dsp:cNvSpPr/>
      </dsp:nvSpPr>
      <dsp:spPr>
        <a:xfrm>
          <a:off x="5635430" y="1710455"/>
          <a:ext cx="4315781" cy="629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3600" b="1" kern="1200"/>
            <a:t>Future Directions</a:t>
          </a:r>
          <a:endParaRPr lang="en-US" sz="3600" kern="1200"/>
        </a:p>
      </dsp:txBody>
      <dsp:txXfrm>
        <a:off x="5635430" y="1710455"/>
        <a:ext cx="4315781" cy="629999"/>
      </dsp:txXfrm>
    </dsp:sp>
    <dsp:sp modelId="{3CC8D8BE-FDBD-4BC8-99E4-36B269B6424C}">
      <dsp:nvSpPr>
        <dsp:cNvPr id="0" name=""/>
        <dsp:cNvSpPr/>
      </dsp:nvSpPr>
      <dsp:spPr>
        <a:xfrm>
          <a:off x="5635430" y="2425147"/>
          <a:ext cx="4315781" cy="1867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Pasadena comparison:</a:t>
          </a:r>
          <a:r>
            <a:rPr lang="en-CA" sz="1700" kern="1200"/>
            <a:t> Test transferability to different environment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Humidity corrections:</a:t>
          </a:r>
          <a:r>
            <a:rPr lang="en-CA" sz="1700" kern="1200"/>
            <a:t> Account for RH effects on optical measurements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b="1" kern="1200"/>
            <a:t>Dynamic MAC:</a:t>
          </a:r>
          <a:r>
            <a:rPr lang="en-CA" sz="1700" kern="1200"/>
            <a:t> Develop dynamic MAC based on composition</a:t>
          </a:r>
          <a:br>
            <a:rPr lang="en-CA" sz="1700" kern="1200"/>
          </a:br>
          <a:endParaRPr lang="en-US" sz="1700" kern="1200"/>
        </a:p>
      </dsp:txBody>
      <dsp:txXfrm>
        <a:off x="5635430" y="2425147"/>
        <a:ext cx="4315781" cy="186782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F8D774-8070-F049-93B7-D114E9D88DE9}">
      <dsp:nvSpPr>
        <dsp:cNvPr id="0" name=""/>
        <dsp:cNvSpPr/>
      </dsp:nvSpPr>
      <dsp:spPr>
        <a:xfrm>
          <a:off x="51" y="40234"/>
          <a:ext cx="4913783" cy="12566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400" b="1" kern="1200"/>
            <a:t>Supervision &amp; Guidance</a:t>
          </a:r>
          <a:endParaRPr lang="en-US" sz="3400" kern="1200"/>
        </a:p>
      </dsp:txBody>
      <dsp:txXfrm>
        <a:off x="51" y="40234"/>
        <a:ext cx="4913783" cy="1256600"/>
      </dsp:txXfrm>
    </dsp:sp>
    <dsp:sp modelId="{26BB0519-9D9B-294D-ACFD-E24B3FD3ECDB}">
      <dsp:nvSpPr>
        <dsp:cNvPr id="0" name=""/>
        <dsp:cNvSpPr/>
      </dsp:nvSpPr>
      <dsp:spPr>
        <a:xfrm>
          <a:off x="51" y="1296835"/>
          <a:ext cx="4913783" cy="301426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3400" kern="1200"/>
            <a:t>Dr. Ann Marie Dillner (UC Davis)</a:t>
          </a:r>
          <a:endParaRPr lang="en-US" sz="3400" kern="120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3400" kern="1200"/>
            <a:t>Dr. Hossein Kazemian (UNBC)</a:t>
          </a:r>
          <a:endParaRPr lang="en-US" sz="3400" kern="1200"/>
        </a:p>
      </dsp:txBody>
      <dsp:txXfrm>
        <a:off x="51" y="1296835"/>
        <a:ext cx="4913783" cy="3014267"/>
      </dsp:txXfrm>
    </dsp:sp>
    <dsp:sp modelId="{A521F201-5C66-2349-AFEC-71D52643B85E}">
      <dsp:nvSpPr>
        <dsp:cNvPr id="0" name=""/>
        <dsp:cNvSpPr/>
      </dsp:nvSpPr>
      <dsp:spPr>
        <a:xfrm>
          <a:off x="5601764" y="40234"/>
          <a:ext cx="4913783" cy="125660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400" b="1" kern="1200"/>
            <a:t>Collaborators</a:t>
          </a:r>
          <a:endParaRPr lang="en-US" sz="3400" kern="1200"/>
        </a:p>
      </dsp:txBody>
      <dsp:txXfrm>
        <a:off x="5601764" y="40234"/>
        <a:ext cx="4913783" cy="1256600"/>
      </dsp:txXfrm>
    </dsp:sp>
    <dsp:sp modelId="{BEBC7E96-7B5A-1A4E-9E80-60C1026C8411}">
      <dsp:nvSpPr>
        <dsp:cNvPr id="0" name=""/>
        <dsp:cNvSpPr/>
      </dsp:nvSpPr>
      <dsp:spPr>
        <a:xfrm>
          <a:off x="5601764" y="1296835"/>
          <a:ext cx="4913783" cy="301426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3400" kern="1200"/>
            <a:t>SPARTAN Network Team</a:t>
          </a:r>
          <a:endParaRPr lang="en-US" sz="3400" kern="120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3400" kern="1200" dirty="0"/>
            <a:t>NASA JPL</a:t>
          </a:r>
          <a:endParaRPr lang="en-US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3400" kern="1200" dirty="0"/>
            <a:t>Addis Ababa University</a:t>
          </a:r>
          <a:endParaRPr lang="en-US" sz="3400" kern="1200" dirty="0"/>
        </a:p>
      </dsp:txBody>
      <dsp:txXfrm>
        <a:off x="5601764" y="1296835"/>
        <a:ext cx="4913783" cy="30142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BD81B-D2BE-F74C-A5B8-34A2BF6BDEE1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9750A-094D-1D41-BADB-32D431D20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25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19750A-094D-1D41-BADB-32D431D20AE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69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64646-D9E3-C726-E821-ED8F737B6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B3963-8883-A684-BE95-29F342DFC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C568C-25FF-C50F-D553-113295E0E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3692-FDEF-AE48-AD15-58E018936B5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D631C-82A5-5600-C657-D3361317A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B5DDD-14FF-A1B2-CE72-8061CF374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9FC56-F9C9-A34D-BC28-2A66C9CF1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0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E652-7E6D-5406-1EE5-39529B59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0DD31-E0F1-1DD7-0F02-2E90980E2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36BE0-6AC1-FCC1-750C-579DF13BF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3692-FDEF-AE48-AD15-58E018936B5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04DAB-276B-F00E-FADB-21A418E69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DC22C-B5CB-0EFF-6072-B672C663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9FC56-F9C9-A34D-BC28-2A66C9CF1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93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0C3B-DD41-A715-711D-893366C31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98406-1ACA-D929-ACAB-576A1D577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A5F6F-3357-3529-B5BD-64EB29020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3692-FDEF-AE48-AD15-58E018936B5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A01F4-287B-8146-B2DD-6AEEF590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4B4D2-7FB0-8F24-C1A5-5EB1591C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9FC56-F9C9-A34D-BC28-2A66C9CF1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E272-E906-DEE1-8C7E-3ABF43C4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50E3-594C-3671-8E11-C11A2E406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EEEC3-3C8F-EC3E-EDCC-9EA88D4BA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1F348-141A-1CC3-9019-46B82327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3692-FDEF-AE48-AD15-58E018936B5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90488-007C-8117-A18D-B37D78C71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E3C8F-90BB-794D-458E-BF5BE8C7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9FC56-F9C9-A34D-BC28-2A66C9CF1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86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65448-5555-93CC-ADD3-5466F266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A0F44-CB4D-D589-AB58-0170E9004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648EB-9D54-9385-B20C-7FEB68302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B91321-41E0-59E9-71C9-75930A92BF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97DC04-D163-E841-E77F-35A47188C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AA809-B6DB-61AC-87CA-9CB0E4C6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3692-FDEF-AE48-AD15-58E018936B5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C49285-5504-8EA6-5632-E5C93A5F0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4AD8E-D0A1-F08C-435F-A40F3A9D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9FC56-F9C9-A34D-BC28-2A66C9CF1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2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5296E-EDC1-F338-15F3-ED7BF47EC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9C6AC-0BB5-51F7-B2C0-CF45E552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3692-FDEF-AE48-AD15-58E018936B5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82300-668A-45AB-BD60-28E444FAA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C8C15-1B82-271E-C9F3-E860E852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9FC56-F9C9-A34D-BC28-2A66C9CF1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37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CEFD97-7D6F-58EC-7E94-AE2B943A6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3692-FDEF-AE48-AD15-58E018936B5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471B4-FB82-8490-7578-DBF7051C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0828A-0045-CCDC-AE6A-35EE82CC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9FC56-F9C9-A34D-BC28-2A66C9CF1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50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A3174-9387-5472-45A1-DA2AC70C9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1C6C0-7257-1FAC-3A46-D3D276F9C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8EE08-F9AE-10E3-B9E4-2D45EA1C1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DD8AA-C520-AA0B-1FB8-5E4066B9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3692-FDEF-AE48-AD15-58E018936B5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2E9E8-1C78-B994-5047-2E383A5A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1A49B-1909-924A-3DC5-F2B3E11B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9FC56-F9C9-A34D-BC28-2A66C9CF1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5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E8E0-07D0-93F5-D835-4D214D65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117F36-1AF4-6548-D106-59C0582CA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E6FFB-2BB1-46BE-A573-3AF03B06C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4DC0D-BFD4-819D-F571-405FF255C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3692-FDEF-AE48-AD15-58E018936B5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D64FF-6E84-2949-D952-2BD0EE08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C36A2-73AC-45A1-4586-4BD15995C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9FC56-F9C9-A34D-BC28-2A66C9CF1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21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F8321-5839-1571-D9EB-F9E583C39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2CF9FC-B49D-8AEE-4BBA-F4EA631B9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1CA4B-0196-F36D-757E-C9DD95D9D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3692-FDEF-AE48-AD15-58E018936B5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274CF-618D-A2DC-A9C5-B41A6ECC9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47B81-0E26-0C48-66AA-EA3A1EA5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9FC56-F9C9-A34D-BC28-2A66C9CF1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03A856-295C-795F-8CF8-08AE9DBAE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77D6B-0187-A052-0783-EB76EA5D4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A8059-6348-B04B-6B3C-F335B1B2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3692-FDEF-AE48-AD15-58E018936B5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E23CF-8BF6-BA0B-C287-5AC8A03A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085DE-698D-BA37-6D3D-A89F44E9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9FC56-F9C9-A34D-BC28-2A66C9CF1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9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010633-6323-6822-289B-547E7E61C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B3EB3-F169-17E4-07E3-9E0012963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74409-1E53-8E5E-1DC6-F41C0A676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13692-FDEF-AE48-AD15-58E018936B5F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41CBC-89ED-019C-1C8C-789C40FB99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CEBAC-5F44-DD68-E859-AAEEC9DF4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9FC56-F9C9-A34D-BC28-2A66C9CF1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12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QuickStyle" Target="../diagrams/quickStyle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Layout" Target="../diagrams/layout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openxmlformats.org/officeDocument/2006/relationships/diagramData" Target="../diagrams/data6.xml"/><Relationship Id="rId5" Type="http://schemas.openxmlformats.org/officeDocument/2006/relationships/diagramColors" Target="../diagrams/colors4.xml"/><Relationship Id="rId15" Type="http://schemas.microsoft.com/office/2007/relationships/diagramDrawing" Target="../diagrams/drawing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4.xml"/><Relationship Id="rId14" Type="http://schemas.openxmlformats.org/officeDocument/2006/relationships/diagramColors" Target="../diagrams/colors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0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F0F23-B2D3-2852-ACC0-A1B863282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7" y="548643"/>
            <a:ext cx="6424690" cy="3635797"/>
          </a:xfrm>
        </p:spPr>
        <p:txBody>
          <a:bodyPr anchor="t">
            <a:normAutofit/>
          </a:bodyPr>
          <a:lstStyle/>
          <a:p>
            <a:pPr algn="l"/>
            <a:r>
              <a:rPr lang="en-CA" b="1" dirty="0"/>
              <a:t>Improving Black Carbon Measurements in Ethiopian Aerosols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0E06A-98BE-81A5-5148-DDDE56B27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007" y="4453813"/>
            <a:ext cx="6424690" cy="1461794"/>
          </a:xfrm>
        </p:spPr>
        <p:txBody>
          <a:bodyPr anchor="b">
            <a:normAutofit/>
          </a:bodyPr>
          <a:lstStyle/>
          <a:p>
            <a:pPr algn="l"/>
            <a:r>
              <a:rPr lang="en-CA" sz="2000"/>
              <a:t>Ahmad Jalil</a:t>
            </a:r>
          </a:p>
          <a:p>
            <a:pPr algn="l"/>
            <a:r>
              <a:rPr lang="en-CA" sz="2000"/>
              <a:t>Dr. Ann M. Dillner - Dr. Hossein Kazemian</a:t>
            </a:r>
          </a:p>
          <a:p>
            <a:pPr algn="l"/>
            <a:r>
              <a:rPr lang="en-CA" sz="2000"/>
              <a:t>FTIR Group Seminar - June 30, 2025</a:t>
            </a:r>
          </a:p>
        </p:txBody>
      </p:sp>
    </p:spTree>
    <p:extLst>
      <p:ext uri="{BB962C8B-B14F-4D97-AF65-F5344CB8AC3E}">
        <p14:creationId xmlns:p14="http://schemas.microsoft.com/office/powerpoint/2010/main" val="1333025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040A3D-F546-C3C4-6A7E-9C7E3950E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CA" dirty="0"/>
              <a:t>Research Motivation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738936-EB11-DF9F-48B8-8A06F4846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3616535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066ABEE-C6AF-BD29-9C67-F773A878C8A8}"/>
              </a:ext>
            </a:extLst>
          </p:cNvPr>
          <p:cNvSpPr txBox="1"/>
          <p:nvPr/>
        </p:nvSpPr>
        <p:spPr>
          <a:xfrm>
            <a:off x="612649" y="5627142"/>
            <a:ext cx="3494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Why This Work Matters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212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21687-F8FD-6182-B59A-5EDEBA429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CA" sz="4000"/>
              <a:t>Research Questions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7789BE2-2AA8-08DE-58CB-C16206E189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190955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318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110831-E423-BDB6-99B2-54E05C9F8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CA" sz="4000" dirty="0"/>
              <a:t>Three Measurement Approaches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77544D-B198-CC45-4FC0-50DEDD61C7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297152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4101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9D659-484F-CFDC-DE54-EEF21AB7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A28AD-A28B-7453-800F-8DD46DAA1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E88E6-6880-1274-9103-09359A8C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966241"/>
            <a:ext cx="8675914" cy="492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13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121F-257F-0C22-68C1-BF484783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The MAC Problem -</a:t>
            </a:r>
            <a:br>
              <a:rPr lang="en-CA" dirty="0"/>
            </a:br>
            <a:r>
              <a:rPr lang="en-CA" dirty="0"/>
              <a:t>Four Different Calculation Methods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80F7847C-2311-FF2B-1DC7-711073520C1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40605618"/>
                  </p:ext>
                </p:extLst>
              </p:nvPr>
            </p:nvGraphicFramePr>
            <p:xfrm>
              <a:off x="838200" y="1825625"/>
              <a:ext cx="10515600" cy="33607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80F7847C-2311-FF2B-1DC7-711073520C1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040605618"/>
                  </p:ext>
                </p:extLst>
              </p:nvPr>
            </p:nvGraphicFramePr>
            <p:xfrm>
              <a:off x="838200" y="1825625"/>
              <a:ext cx="10515600" cy="336073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7516F72-3B9D-7FC0-26E4-902574C78623}"/>
              </a:ext>
            </a:extLst>
          </p:cNvPr>
          <p:cNvGraphicFramePr/>
          <p:nvPr/>
        </p:nvGraphicFramePr>
        <p:xfrm>
          <a:off x="957263" y="5443538"/>
          <a:ext cx="10396537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  <p:extLst>
      <p:ext uri="{BB962C8B-B14F-4D97-AF65-F5344CB8AC3E}">
        <p14:creationId xmlns:p14="http://schemas.microsoft.com/office/powerpoint/2010/main" val="2817139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E9849-18BC-3807-A478-0223A59C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962EACD-4117-E6AE-0122-C2BC617342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8057" y="315729"/>
            <a:ext cx="6273663" cy="6177146"/>
          </a:xfrm>
        </p:spPr>
      </p:pic>
    </p:spTree>
    <p:extLst>
      <p:ext uri="{BB962C8B-B14F-4D97-AF65-F5344CB8AC3E}">
        <p14:creationId xmlns:p14="http://schemas.microsoft.com/office/powerpoint/2010/main" val="116687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22665-FA3D-33AB-FB7B-BD88BC7D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of a graph with colored lines&#10;&#10;AI-generated content may be incorrect.">
            <a:extLst>
              <a:ext uri="{FF2B5EF4-FFF2-40B4-BE49-F238E27FC236}">
                <a16:creationId xmlns:a16="http://schemas.microsoft.com/office/drawing/2014/main" id="{45DE048B-A0E8-532B-5CAF-6F2D9AC29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0255" y="365125"/>
            <a:ext cx="6111490" cy="6064207"/>
          </a:xfrm>
        </p:spPr>
      </p:pic>
    </p:spTree>
    <p:extLst>
      <p:ext uri="{BB962C8B-B14F-4D97-AF65-F5344CB8AC3E}">
        <p14:creationId xmlns:p14="http://schemas.microsoft.com/office/powerpoint/2010/main" val="1416865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1D432-4DCD-23C2-1053-C460D2B6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R² Alone Isn't Enough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B4FFE-81BA-70EA-8E57-D256A0BE07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CA" dirty="0"/>
                  <a:t>The Problem with Traditional Metrics</a:t>
                </a:r>
              </a:p>
              <a:p>
                <a:pPr lvl="1"/>
                <a:r>
                  <a:rPr lang="en-CA" dirty="0"/>
                  <a:t>Pearson r²:</a:t>
                </a:r>
              </a:p>
              <a:p>
                <a:pPr lvl="2"/>
                <a:r>
                  <a:rPr lang="en-CA" dirty="0"/>
                  <a:t>Measures linear association, always positive</a:t>
                </a:r>
              </a:p>
              <a:p>
                <a:pPr lvl="1"/>
                <a:r>
                  <a:rPr lang="en-CA" dirty="0"/>
                  <a:t>Regression R²:</a:t>
                </a:r>
              </a:p>
              <a:p>
                <a:pPr lvl="2"/>
                <a:r>
                  <a:rPr lang="en-CA" dirty="0"/>
                  <a:t>Can be negative when model performs worse than mean</a:t>
                </a:r>
              </a:p>
              <a:p>
                <a:pPr lvl="1"/>
                <a:r>
                  <a:rPr lang="en-CA" dirty="0"/>
                  <a:t>Bias matters:</a:t>
                </a:r>
              </a:p>
              <a:p>
                <a:pPr lvl="2"/>
                <a:r>
                  <a:rPr lang="en-CA" dirty="0"/>
                  <a:t>Systematic over/under-estimation</a:t>
                </a:r>
              </a:p>
              <a:p>
                <a:pPr lvl="1"/>
                <a:r>
                  <a:rPr lang="en-CA" dirty="0"/>
                  <a:t>Physical constraints: </a:t>
                </a:r>
              </a:p>
              <a:p>
                <a:pPr lvl="2"/>
                <a:r>
                  <a:rPr lang="en-CA" dirty="0"/>
                  <a:t>BC = 0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𝑎𝑏𝑠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= 0</a:t>
                </a:r>
              </a:p>
              <a:p>
                <a:r>
                  <a:rPr lang="en-CA" b="1" dirty="0"/>
                  <a:t>Our Approach:</a:t>
                </a:r>
                <a:r>
                  <a:rPr lang="en-CA" dirty="0"/>
                  <a:t> </a:t>
                </a:r>
              </a:p>
              <a:p>
                <a:pPr lvl="1"/>
                <a:r>
                  <a:rPr lang="en-CA" dirty="0"/>
                  <a:t>Focus on RMSE and bias rather than correlation for method selection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B4FFE-81BA-70EA-8E57-D256A0BE07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b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425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3737C-A038-3325-AD0E-FFE7D6EF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CA" sz="4000"/>
              <a:t>Iron Interference Investigation</a:t>
            </a: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AF9F6C-F709-4B2F-363E-4371243436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90927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3297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462D-3312-9C9A-875A-E214D1CA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F49F4-72CB-D9D4-22A5-DF8111FF7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FB815A-085B-5AC8-D13D-18818F812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30543"/>
            <a:ext cx="7772400" cy="619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0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20539-FEEB-A948-905D-21C1B03B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0FC4B-DA10-3793-995D-D58F6840F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732E14-C5D1-DCBE-8413-BBC69F5E0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30543"/>
            <a:ext cx="7772400" cy="619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95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C5E2-7FBD-412E-8A08-A928343F2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Maybe Iron isn't that bad?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07742-8D8B-80E3-C4CE-2101135CE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Overall trend</a:t>
            </a:r>
            <a:r>
              <a:rPr lang="en-CA" dirty="0"/>
              <a:t>: Weak downward relationship between iron concentration and HIPS MAC </a:t>
            </a:r>
          </a:p>
          <a:p>
            <a:pPr lvl="1"/>
            <a:r>
              <a:rPr lang="en-CA" dirty="0"/>
              <a:t>r = -0.208, suggesting minimal direct iron effect</a:t>
            </a:r>
          </a:p>
          <a:p>
            <a:r>
              <a:rPr lang="en-CA" b="1" dirty="0"/>
              <a:t>Critical insight</a:t>
            </a:r>
            <a:r>
              <a:rPr lang="en-CA" dirty="0"/>
              <a:t>: When data is separated by Ethiopian seasons (static definition), trends within each season flatten </a:t>
            </a:r>
          </a:p>
          <a:p>
            <a:pPr lvl="1"/>
            <a:r>
              <a:rPr lang="en-CA" b="1" dirty="0"/>
              <a:t>Dry season</a:t>
            </a:r>
            <a:r>
              <a:rPr lang="en-CA" dirty="0"/>
              <a:t>: MAC values consistently higher (~13 m²/g), regardless of iron levels</a:t>
            </a:r>
          </a:p>
          <a:p>
            <a:pPr lvl="1"/>
            <a:r>
              <a:rPr lang="en-CA" b="1" dirty="0" err="1"/>
              <a:t>Belg</a:t>
            </a:r>
            <a:r>
              <a:rPr lang="en-CA" b="1" dirty="0"/>
              <a:t> season</a:t>
            </a:r>
            <a:r>
              <a:rPr lang="en-CA" dirty="0"/>
              <a:t>: Intermediate MAC values (~10.5 m²/g), weak iron dependence</a:t>
            </a:r>
          </a:p>
          <a:p>
            <a:pPr lvl="1"/>
            <a:r>
              <a:rPr lang="en-CA" b="1" dirty="0" err="1"/>
              <a:t>Kiremt</a:t>
            </a:r>
            <a:r>
              <a:rPr lang="en-CA" b="1" dirty="0"/>
              <a:t> season</a:t>
            </a:r>
            <a:r>
              <a:rPr lang="en-CA" dirty="0"/>
              <a:t>: Lower MAC values (~8.5 m²/g), minimal iron trend</a:t>
            </a:r>
          </a:p>
        </p:txBody>
      </p:sp>
    </p:spTree>
    <p:extLst>
      <p:ext uri="{BB962C8B-B14F-4D97-AF65-F5344CB8AC3E}">
        <p14:creationId xmlns:p14="http://schemas.microsoft.com/office/powerpoint/2010/main" val="2594238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558F9-D300-BBA3-DCE6-E5F278C62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Cross-Method Validation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7DE55C1-8573-F9C8-A6DD-FE0BD05CAF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714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5171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91E3-4DC5-444B-F1B4-F166307CA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24549-B4A3-F007-224B-DC244EB1A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146DB1-A074-CA4B-20B0-194F7294A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61" y="681037"/>
            <a:ext cx="10076478" cy="498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127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0E5CF-BE4C-B3C3-048A-FDE3D640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Key Takeaways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E664EF-C2A9-FE09-F26A-DA0A16BFB6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99989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8911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1FA07-1B80-CD32-DB76-29DB621F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Next Steps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0808C2-BCAF-8D0E-7292-9125C7916A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6867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6D7930-8FB0-1E5B-8B0A-8A5F5083E3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930" b="152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D7A3D7-9453-9DDB-D683-D2B9EBFC6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Acknowledgment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7AAAA0-09EB-6096-2CF0-6121A0DB7B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9267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41780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891</Words>
  <Application>Microsoft Macintosh PowerPoint</Application>
  <PresentationFormat>Widescreen</PresentationFormat>
  <Paragraphs>124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Improving Black Carbon Measurements in Ethiopian Aerosols</vt:lpstr>
      <vt:lpstr>Research Motivation</vt:lpstr>
      <vt:lpstr>Research Questions</vt:lpstr>
      <vt:lpstr>Three Measurement Approaches</vt:lpstr>
      <vt:lpstr>PowerPoint Presentation</vt:lpstr>
      <vt:lpstr>The MAC Problem - Four Different Calculation Methods</vt:lpstr>
      <vt:lpstr>PowerPoint Presentation</vt:lpstr>
      <vt:lpstr>PowerPoint Presentation</vt:lpstr>
      <vt:lpstr>Why R² Alone Isn't Enough</vt:lpstr>
      <vt:lpstr>Iron Interference Investigation</vt:lpstr>
      <vt:lpstr>PowerPoint Presentation</vt:lpstr>
      <vt:lpstr>PowerPoint Presentation</vt:lpstr>
      <vt:lpstr>Maybe Iron isn't that bad?</vt:lpstr>
      <vt:lpstr>Cross-Method Validation</vt:lpstr>
      <vt:lpstr>PowerPoint Presentation</vt:lpstr>
      <vt:lpstr>Key Takeaways</vt:lpstr>
      <vt:lpstr>Next Steps</vt:lpstr>
      <vt:lpstr>Acknowledgment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Jalil, Ahmad [NH]</dc:creator>
  <cp:lastModifiedBy>Jalil, Ahmad [NH]</cp:lastModifiedBy>
  <cp:revision>5</cp:revision>
  <dcterms:created xsi:type="dcterms:W3CDTF">2025-06-30T08:56:21Z</dcterms:created>
  <dcterms:modified xsi:type="dcterms:W3CDTF">2025-07-29T20:53:54Z</dcterms:modified>
</cp:coreProperties>
</file>